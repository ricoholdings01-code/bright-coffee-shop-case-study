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1" r:id="rId9"/>
    <p:sldId id="280" r:id="rId10"/>
    <p:sldId id="282" r:id="rId11"/>
    <p:sldId id="283" r:id="rId12"/>
  </p:sldIdLst>
  <p:sldSz cx="9144000" cy="5143500" type="screen16x9"/>
  <p:notesSz cx="6858000" cy="9144000"/>
  <p:embeddedFontLst>
    <p:embeddedFont>
      <p:font typeface="Montserrat" panose="020B0604020202020204" charset="0"/>
      <p:regular r:id="rId14"/>
      <p:bold r:id="rId15"/>
      <p:italic r:id="rId16"/>
      <p:boldItalic r:id="rId17"/>
    </p:embeddedFont>
    <p:embeddedFont>
      <p:font typeface="Fira Sans Extra Condensed" panose="020B0604020202020204" charset="0"/>
      <p:regular r:id="rId18"/>
      <p:bold r:id="rId19"/>
      <p:italic r:id="rId20"/>
      <p:boldItalic r:id="rId21"/>
    </p:embeddedFont>
    <p:embeddedFont>
      <p:font typeface="Montserrat Medium" panose="020B0604020202020204" charset="0"/>
      <p:regular r:id="rId22"/>
      <p:bold r:id="rId23"/>
      <p:italic r:id="rId24"/>
      <p:boldItalic r:id="rId25"/>
    </p:embeddedFont>
    <p:embeddedFont>
      <p:font typeface="Montserrat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D2F373-7F4C-486F-B3B0-AB1ACBEA8D54}">
  <a:tblStyle styleId="{22D2F373-7F4C-486F-B3B0-AB1ACBEA8D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bi\Documents\Bright%20Coffee%20Shop%20%20Case%20Study%20Enriched%20Excel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Revenue Per Store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277777777777777"/>
              <c:y val="-9.7222222222222265E-2"/>
            </c:manualLayout>
          </c:layout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555555555555556"/>
              <c:y val="0"/>
            </c:manualLayout>
          </c:layout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925337632079971E-17"/>
              <c:y val="8.8300220750551883E-2"/>
            </c:manualLayout>
          </c:layout>
          <c:spPr>
            <a:gradFill flip="none" rotWithShape="1"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0"/>
                    <a:gd name="adj2" fmla="val 10113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555555555555556"/>
              <c:y val="0"/>
            </c:manualLayout>
          </c:layout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925337632079971E-17"/>
              <c:y val="8.8300220750551883E-2"/>
            </c:manualLayout>
          </c:layout>
          <c:spPr>
            <a:gradFill flip="none" rotWithShape="1"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0"/>
                    <a:gd name="adj2" fmla="val 10113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277777777777777"/>
              <c:y val="-9.7222222222222265E-2"/>
            </c:manualLayout>
          </c:layout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555555555555556"/>
              <c:y val="0"/>
            </c:manualLayout>
          </c:layout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925337632079971E-17"/>
              <c:y val="8.8300220750551883E-2"/>
            </c:manualLayout>
          </c:layout>
          <c:spPr>
            <a:gradFill flip="none" rotWithShape="1"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0"/>
                    <a:gd name="adj2" fmla="val 10113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277777777777777"/>
              <c:y val="-9.7222222222222265E-2"/>
            </c:manualLayout>
          </c:layout>
          <c:spPr>
            <a:gradFill>
              <a:gsLst>
                <a:gs pos="85000">
                  <a:srgbClr val="5B9BD5">
                    <a:lumMod val="5000"/>
                    <a:lumOff val="95000"/>
                  </a:srgbClr>
                </a:gs>
                <a:gs pos="74000">
                  <a:srgbClr val="5B9BD5">
                    <a:lumMod val="45000"/>
                    <a:lumOff val="55000"/>
                  </a:srgbClr>
                </a:gs>
                <a:gs pos="83000">
                  <a:srgbClr val="5B9BD5">
                    <a:lumMod val="45000"/>
                    <a:lumOff val="55000"/>
                  </a:srgbClr>
                </a:gs>
                <a:gs pos="100000">
                  <a:srgbClr val="5B9BD5">
                    <a:lumMod val="30000"/>
                    <a:lumOff val="70000"/>
                  </a:srgbClr>
                </a:gs>
              </a:gsLst>
              <a:lin ang="5400000" scaled="1"/>
            </a:gra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softEdge rad="215900"/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'Revenue per store'!$B$7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6A-462A-A5FF-ED6234E8E14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E6A-462A-A5FF-ED6234E8E1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E6A-462A-A5FF-ED6234E8E14B}"/>
              </c:ext>
            </c:extLst>
          </c:dPt>
          <c:dLbls>
            <c:dLbl>
              <c:idx val="0"/>
              <c:layout>
                <c:manualLayout>
                  <c:x val="0.10555555555555556"/>
                  <c:y val="0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8E6A-462A-A5FF-ED6234E8E14B}"/>
                </c:ext>
              </c:extLst>
            </c:dLbl>
            <c:dLbl>
              <c:idx val="1"/>
              <c:layout>
                <c:manualLayout>
                  <c:x val="-5.0925337632079971E-17"/>
                  <c:y val="8.8300220750551883E-2"/>
                </c:manualLayout>
              </c:layout>
              <c:spPr>
                <a:gradFill flip="none" rotWithShape="1">
                  <a:gsLst>
                    <a:gs pos="85000">
                      <a:srgbClr val="5B9BD5">
                        <a:lumMod val="5000"/>
                        <a:lumOff val="95000"/>
                      </a:srgbClr>
                    </a:gs>
                    <a:gs pos="74000">
                      <a:srgbClr val="5B9BD5">
                        <a:lumMod val="45000"/>
                        <a:lumOff val="55000"/>
                      </a:srgbClr>
                    </a:gs>
                    <a:gs pos="83000">
                      <a:srgbClr val="5B9BD5">
                        <a:lumMod val="45000"/>
                        <a:lumOff val="55000"/>
                      </a:srgbClr>
                    </a:gs>
                    <a:gs pos="100000">
                      <a:srgbClr val="5B9BD5">
                        <a:lumMod val="30000"/>
                        <a:lumOff val="70000"/>
                      </a:srgbClr>
                    </a:gs>
                  </a:gsLst>
                  <a:lin ang="5400000" scaled="1"/>
                  <a:tileRect/>
                </a:gra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softEdge rad="215900"/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0"/>
                        <a:gd name="adj2" fmla="val 101135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3-8E6A-462A-A5FF-ED6234E8E14B}"/>
                </c:ext>
              </c:extLst>
            </c:dLbl>
            <c:dLbl>
              <c:idx val="2"/>
              <c:layout>
                <c:manualLayout>
                  <c:x val="-0.10277777777777777"/>
                  <c:y val="-9.7222222222222265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8E6A-462A-A5FF-ED6234E8E14B}"/>
                </c:ext>
              </c:extLst>
            </c:dLbl>
            <c:spPr>
              <a:gradFill>
                <a:gsLst>
                  <a:gs pos="85000">
                    <a:srgbClr val="5B9BD5">
                      <a:lumMod val="5000"/>
                      <a:lumOff val="95000"/>
                    </a:srgbClr>
                  </a:gs>
                  <a:gs pos="74000">
                    <a:srgbClr val="5B9BD5">
                      <a:lumMod val="45000"/>
                      <a:lumOff val="55000"/>
                    </a:srgbClr>
                  </a:gs>
                  <a:gs pos="83000">
                    <a:srgbClr val="5B9BD5">
                      <a:lumMod val="45000"/>
                      <a:lumOff val="55000"/>
                    </a:srgbClr>
                  </a:gs>
                  <a:gs pos="100000">
                    <a:srgbClr val="5B9BD5">
                      <a:lumMod val="30000"/>
                      <a:lumOff val="70000"/>
                    </a:srgbClr>
                  </a:gs>
                </a:gsLst>
                <a:lin ang="5400000" scaled="1"/>
              </a:gra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>
                <a:softEdge rad="215900"/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'Revenue per store'!$A$8:$A$11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store'!$B$8:$B$11</c:f>
              <c:numCache>
                <c:formatCode>_-[$R-1C09]* #,##0.00_-;\-[$R-1C09]* #,##0.00_-;_-[$R-1C09]* "-"??_-;_-@_-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6A-462A-A5FF-ED6234E8E1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store!PivotTable7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KPI'S</a:t>
            </a:r>
            <a:r>
              <a:rPr lang="en-US" b="1" baseline="0"/>
              <a:t> Per Store</a:t>
            </a:r>
            <a:endParaRPr lang="en-US" b="1"/>
          </a:p>
        </c:rich>
      </c:tx>
      <c:layout>
        <c:manualLayout>
          <c:xMode val="edge"/>
          <c:yMode val="edge"/>
          <c:x val="0.25812489063867017"/>
          <c:y val="0.127363184079601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'Revenue per store'!$B$97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957-4B4F-A690-EC507FB21F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957-4B4F-A690-EC507FB21F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957-4B4F-A690-EC507FB21FA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957-4B4F-A690-EC507FB21F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'Revenue per store'!$A$98:$A$101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store'!$B$98:$B$101</c:f>
              <c:numCache>
                <c:formatCode>_-[$R-1C09]* #,##0.00_-;\-[$R-1C09]* #,##0.00_-;_-[$R-1C09]* "-"??_-;_-@_-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57-4B4F-A690-EC507FB21FA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store!PivotTable7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KPI'S</a:t>
            </a:r>
            <a:r>
              <a:rPr lang="en-US" b="1" baseline="0"/>
              <a:t> Per Store</a:t>
            </a:r>
            <a:endParaRPr lang="en-US" b="1"/>
          </a:p>
        </c:rich>
      </c:tx>
      <c:layout>
        <c:manualLayout>
          <c:xMode val="edge"/>
          <c:yMode val="edge"/>
          <c:x val="0.25812489063867017"/>
          <c:y val="0.127363184079601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Per Product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2936148468167144"/>
          <c:y val="0.19027777777777777"/>
          <c:w val="0.84900626359758125"/>
          <c:h val="0.683217045785943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'Revenue per store'!$B$29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per store'!$A$30:$A$39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'Revenue per store'!$B$30:$B$39</c:f>
              <c:numCache>
                <c:formatCode>[$R-432]#,##0.00</c:formatCode>
                <c:ptCount val="9"/>
                <c:pt idx="0">
                  <c:v>82315.640000000029</c:v>
                </c:pt>
                <c:pt idx="1">
                  <c:v>13607</c:v>
                </c:pt>
                <c:pt idx="2">
                  <c:v>269952.4500000191</c:v>
                </c:pt>
                <c:pt idx="3">
                  <c:v>40085.249999999985</c:v>
                </c:pt>
                <c:pt idx="4">
                  <c:v>72416</c:v>
                </c:pt>
                <c:pt idx="5">
                  <c:v>8408.8000000008742</c:v>
                </c:pt>
                <c:pt idx="6">
                  <c:v>11213.600000000089</c:v>
                </c:pt>
                <c:pt idx="7">
                  <c:v>4407.6399999999885</c:v>
                </c:pt>
                <c:pt idx="8">
                  <c:v>196405.95000000976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C0-4B48-BBFA-2A10E15CBF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3123976"/>
        <c:axId val="363120368"/>
      </c:barChart>
      <c:catAx>
        <c:axId val="363123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20368"/>
        <c:crosses val="autoZero"/>
        <c:auto val="1"/>
        <c:lblAlgn val="ctr"/>
        <c:lblOffset val="100"/>
        <c:noMultiLvlLbl val="0"/>
      </c:catAx>
      <c:valAx>
        <c:axId val="36312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R-432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23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store!PivotTable7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KPI'S</a:t>
            </a:r>
            <a:r>
              <a:rPr lang="en-US" b="1" baseline="0"/>
              <a:t> Per Store</a:t>
            </a:r>
            <a:endParaRPr lang="en-US" b="1"/>
          </a:p>
        </c:rich>
      </c:tx>
      <c:layout>
        <c:manualLayout>
          <c:xMode val="edge"/>
          <c:yMode val="edge"/>
          <c:x val="0.25812489063867017"/>
          <c:y val="0.127363184079601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Spending</a:t>
            </a:r>
            <a:r>
              <a:rPr lang="en-US" b="1" baseline="0">
                <a:solidFill>
                  <a:schemeClr val="tx1"/>
                </a:solidFill>
              </a:rPr>
              <a:t> Per Time Buckets</a:t>
            </a:r>
            <a:endParaRPr lang="en-US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127313769751693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5555555555555297E-3"/>
              <c:y val="-1.85186116911105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6.9444444444444448E-2"/>
              <c:y val="-2.31481481481481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0.1666666666666666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55555555555555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2222222222222223E-2"/>
              <c:y val="-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2222222222222223E-2"/>
              <c:y val="-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55555555555555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0.1666666666666666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6.9444444444444448E-2"/>
              <c:y val="-2.31481481481481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5555555555555297E-3"/>
              <c:y val="-1.85186116911105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2222222222222223E-2"/>
              <c:y val="-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55555555555555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0.1666666666666666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6.9444444444444448E-2"/>
              <c:y val="-2.31481481481481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5.5555555555555297E-3"/>
              <c:y val="-1.85186116911105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separator>; </c:separator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'Revenue per store'!$B$52</c:f>
              <c:strCache>
                <c:ptCount val="1"/>
                <c:pt idx="0">
                  <c:v>Count of transaction_id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35B-4695-88B2-8915EBECE26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35B-4695-88B2-8915EBECE26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35B-4695-88B2-8915EBECE26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35B-4695-88B2-8915EBECE26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A35B-4695-88B2-8915EBECE26C}"/>
              </c:ext>
            </c:extLst>
          </c:dPt>
          <c:dLbls>
            <c:dLbl>
              <c:idx val="0"/>
              <c:layout>
                <c:manualLayout>
                  <c:x val="-2.2222222222222223E-2"/>
                  <c:y val="-6.9444444444444448E-2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35B-4695-88B2-8915EBECE26C}"/>
                </c:ext>
              </c:extLst>
            </c:dLbl>
            <c:dLbl>
              <c:idx val="1"/>
              <c:layout>
                <c:manualLayout>
                  <c:x val="5.5555555555555552E-2"/>
                  <c:y val="-4.1666666666666664E-2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35B-4695-88B2-8915EBECE26C}"/>
                </c:ext>
              </c:extLst>
            </c:dLbl>
            <c:dLbl>
              <c:idx val="2"/>
              <c:layout>
                <c:manualLayout>
                  <c:x val="0"/>
                  <c:y val="0.16666666666666666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35B-4695-88B2-8915EBECE26C}"/>
                </c:ext>
              </c:extLst>
            </c:dLbl>
            <c:dLbl>
              <c:idx val="3"/>
              <c:layout>
                <c:manualLayout>
                  <c:x val="-6.9444444444444448E-2"/>
                  <c:y val="-2.3148148148148147E-2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35B-4695-88B2-8915EBECE26C}"/>
                </c:ext>
              </c:extLst>
            </c:dLbl>
            <c:dLbl>
              <c:idx val="4"/>
              <c:layout>
                <c:manualLayout>
                  <c:x val="5.5555555555555297E-3"/>
                  <c:y val="-1.8518611691110517E-2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A35B-4695-88B2-8915EBECE2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1"/>
            <c:showSerName val="0"/>
            <c:showPercent val="1"/>
            <c:showBubbleSize val="0"/>
            <c:separator>;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per store'!$A$53:$A$58</c:f>
              <c:strCache>
                <c:ptCount val="5"/>
                <c:pt idx="0">
                  <c:v>01.Morning Rush</c:v>
                </c:pt>
                <c:pt idx="1">
                  <c:v>02.Mid Morning</c:v>
                </c:pt>
                <c:pt idx="2">
                  <c:v>03.Afternoon</c:v>
                </c:pt>
                <c:pt idx="3">
                  <c:v>04.Evening</c:v>
                </c:pt>
                <c:pt idx="4">
                  <c:v>05.Night</c:v>
                </c:pt>
              </c:strCache>
            </c:strRef>
          </c:cat>
          <c:val>
            <c:numRef>
              <c:f>'Revenue per store'!$B$53:$B$58</c:f>
              <c:numCache>
                <c:formatCode>General</c:formatCode>
                <c:ptCount val="5"/>
                <c:pt idx="0">
                  <c:v>53440</c:v>
                </c:pt>
                <c:pt idx="1">
                  <c:v>28311</c:v>
                </c:pt>
                <c:pt idx="2">
                  <c:v>44427</c:v>
                </c:pt>
                <c:pt idx="3">
                  <c:v>8745</c:v>
                </c:pt>
                <c:pt idx="4">
                  <c:v>14193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35B-4695-88B2-8915EBECE26C}"/>
            </c:ext>
          </c:extLst>
        </c:ser>
        <c:ser>
          <c:idx val="1"/>
          <c:order val="1"/>
          <c:tx>
            <c:strRef>
              <c:f>'Revenue per store'!$C$52</c:f>
              <c:strCache>
                <c:ptCount val="1"/>
                <c:pt idx="0">
                  <c:v>Sum of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A35B-4695-88B2-8915EBECE26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A35B-4695-88B2-8915EBECE26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A35B-4695-88B2-8915EBECE26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A35B-4695-88B2-8915EBECE26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A35B-4695-88B2-8915EBECE2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per store'!$A$53:$A$58</c:f>
              <c:strCache>
                <c:ptCount val="5"/>
                <c:pt idx="0">
                  <c:v>01.Morning Rush</c:v>
                </c:pt>
                <c:pt idx="1">
                  <c:v>02.Mid Morning</c:v>
                </c:pt>
                <c:pt idx="2">
                  <c:v>03.Afternoon</c:v>
                </c:pt>
                <c:pt idx="3">
                  <c:v>04.Evening</c:v>
                </c:pt>
                <c:pt idx="4">
                  <c:v>05.Night</c:v>
                </c:pt>
              </c:strCache>
            </c:strRef>
          </c:cat>
          <c:val>
            <c:numRef>
              <c:f>'Revenue per store'!$C$53:$C$58</c:f>
              <c:numCache>
                <c:formatCode>_-[$R-1C09]* #,##0.00_-;\-[$R-1C09]* #,##0.00_-;_-[$R-1C09]* "-"??_-;_-@_-</c:formatCode>
                <c:ptCount val="5"/>
                <c:pt idx="0">
                  <c:v>253296.14000001035</c:v>
                </c:pt>
                <c:pt idx="1">
                  <c:v>134992.53000000157</c:v>
                </c:pt>
                <c:pt idx="2">
                  <c:v>204720.83000000624</c:v>
                </c:pt>
                <c:pt idx="3">
                  <c:v>40134.309999999874</c:v>
                </c:pt>
                <c:pt idx="4">
                  <c:v>65668.519999999058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A35B-4695-88B2-8915EBECE26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Activities Per Hour</a:t>
            </a:r>
          </a:p>
        </c:rich>
      </c:tx>
      <c:layout>
        <c:manualLayout>
          <c:xMode val="edge"/>
          <c:yMode val="edge"/>
          <c:x val="0.37791394813404489"/>
          <c:y val="1.24820549983586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3130621172353457"/>
          <c:y val="0.16712962962962963"/>
          <c:w val="0.84647156605424323"/>
          <c:h val="0.68321704578594344"/>
        </c:manualLayout>
      </c:layout>
      <c:lineChart>
        <c:grouping val="stacked"/>
        <c:varyColors val="0"/>
        <c:ser>
          <c:idx val="0"/>
          <c:order val="0"/>
          <c:tx>
            <c:strRef>
              <c:f>'Revenue per store'!$B$66:$B$68</c:f>
              <c:strCache>
                <c:ptCount val="1"/>
                <c:pt idx="0">
                  <c:v>Astoria - Sum of 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'Revenue per store'!$A$69:$A$84</c:f>
              <c:strCache>
                <c:ptCount val="15"/>
                <c:pt idx="0">
                  <c:v>6 AM</c:v>
                </c:pt>
                <c:pt idx="1">
                  <c:v>7 AM</c:v>
                </c:pt>
                <c:pt idx="2">
                  <c:v>8 AM</c:v>
                </c:pt>
                <c:pt idx="3">
                  <c:v>9 AM</c:v>
                </c:pt>
                <c:pt idx="4">
                  <c:v>10 AM</c:v>
                </c:pt>
                <c:pt idx="5">
                  <c:v>11 AM</c:v>
                </c:pt>
                <c:pt idx="6">
                  <c:v>12 PM</c:v>
                </c:pt>
                <c:pt idx="7">
                  <c:v>1 PM</c:v>
                </c:pt>
                <c:pt idx="8">
                  <c:v>2 PM</c:v>
                </c:pt>
                <c:pt idx="9">
                  <c:v>3 PM</c:v>
                </c:pt>
                <c:pt idx="10">
                  <c:v>4 PM</c:v>
                </c:pt>
                <c:pt idx="11">
                  <c:v>5 PM</c:v>
                </c:pt>
                <c:pt idx="12">
                  <c:v>6 PM</c:v>
                </c:pt>
                <c:pt idx="13">
                  <c:v>7 PM</c:v>
                </c:pt>
                <c:pt idx="14">
                  <c:v>8 PM</c:v>
                </c:pt>
              </c:strCache>
            </c:strRef>
          </c:cat>
          <c:val>
            <c:numRef>
              <c:f>'Revenue per store'!$B$69:$B$84</c:f>
              <c:numCache>
                <c:formatCode>General</c:formatCode>
                <c:ptCount val="15"/>
                <c:pt idx="1">
                  <c:v>19028.800000000021</c:v>
                </c:pt>
                <c:pt idx="2">
                  <c:v>22805.900000000052</c:v>
                </c:pt>
                <c:pt idx="3">
                  <c:v>23183.570000000058</c:v>
                </c:pt>
                <c:pt idx="4">
                  <c:v>24426.119999999966</c:v>
                </c:pt>
                <c:pt idx="5">
                  <c:v>15498.13000000003</c:v>
                </c:pt>
                <c:pt idx="6">
                  <c:v>15681.20000000005</c:v>
                </c:pt>
                <c:pt idx="7">
                  <c:v>15947.870000000048</c:v>
                </c:pt>
                <c:pt idx="8">
                  <c:v>15175.270000000042</c:v>
                </c:pt>
                <c:pt idx="9">
                  <c:v>15651.950000000059</c:v>
                </c:pt>
                <c:pt idx="10">
                  <c:v>16110.850000000068</c:v>
                </c:pt>
                <c:pt idx="11">
                  <c:v>15839.300000000041</c:v>
                </c:pt>
                <c:pt idx="12">
                  <c:v>15951.300000000047</c:v>
                </c:pt>
                <c:pt idx="13">
                  <c:v>16943.650000000063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9A-486F-A8DD-2CE75AD28EFF}"/>
            </c:ext>
          </c:extLst>
        </c:ser>
        <c:ser>
          <c:idx val="1"/>
          <c:order val="1"/>
          <c:tx>
            <c:strRef>
              <c:f>'Revenue per store'!$C$66:$C$68</c:f>
              <c:strCache>
                <c:ptCount val="1"/>
                <c:pt idx="0">
                  <c:v>Astoria - Count of transaction_id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'Revenue per store'!$A$69:$A$84</c:f>
              <c:strCache>
                <c:ptCount val="15"/>
                <c:pt idx="0">
                  <c:v>6 AM</c:v>
                </c:pt>
                <c:pt idx="1">
                  <c:v>7 AM</c:v>
                </c:pt>
                <c:pt idx="2">
                  <c:v>8 AM</c:v>
                </c:pt>
                <c:pt idx="3">
                  <c:v>9 AM</c:v>
                </c:pt>
                <c:pt idx="4">
                  <c:v>10 AM</c:v>
                </c:pt>
                <c:pt idx="5">
                  <c:v>11 AM</c:v>
                </c:pt>
                <c:pt idx="6">
                  <c:v>12 PM</c:v>
                </c:pt>
                <c:pt idx="7">
                  <c:v>1 PM</c:v>
                </c:pt>
                <c:pt idx="8">
                  <c:v>2 PM</c:v>
                </c:pt>
                <c:pt idx="9">
                  <c:v>3 PM</c:v>
                </c:pt>
                <c:pt idx="10">
                  <c:v>4 PM</c:v>
                </c:pt>
                <c:pt idx="11">
                  <c:v>5 PM</c:v>
                </c:pt>
                <c:pt idx="12">
                  <c:v>6 PM</c:v>
                </c:pt>
                <c:pt idx="13">
                  <c:v>7 PM</c:v>
                </c:pt>
                <c:pt idx="14">
                  <c:v>8 PM</c:v>
                </c:pt>
              </c:strCache>
            </c:strRef>
          </c:cat>
          <c:val>
            <c:numRef>
              <c:f>'Revenue per store'!$C$69:$C$84</c:f>
              <c:numCache>
                <c:formatCode>General</c:formatCode>
                <c:ptCount val="15"/>
                <c:pt idx="1">
                  <c:v>4181</c:v>
                </c:pt>
                <c:pt idx="2">
                  <c:v>4966</c:v>
                </c:pt>
                <c:pt idx="3">
                  <c:v>5083</c:v>
                </c:pt>
                <c:pt idx="4">
                  <c:v>5291</c:v>
                </c:pt>
                <c:pt idx="5">
                  <c:v>3413</c:v>
                </c:pt>
                <c:pt idx="6">
                  <c:v>3438</c:v>
                </c:pt>
                <c:pt idx="7">
                  <c:v>3456</c:v>
                </c:pt>
                <c:pt idx="8">
                  <c:v>3319</c:v>
                </c:pt>
                <c:pt idx="9">
                  <c:v>3423</c:v>
                </c:pt>
                <c:pt idx="10">
                  <c:v>3599</c:v>
                </c:pt>
                <c:pt idx="11">
                  <c:v>3402</c:v>
                </c:pt>
                <c:pt idx="12">
                  <c:v>3463</c:v>
                </c:pt>
                <c:pt idx="13">
                  <c:v>3565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9A-486F-A8DD-2CE75AD28EFF}"/>
            </c:ext>
          </c:extLst>
        </c:ser>
        <c:ser>
          <c:idx val="2"/>
          <c:order val="2"/>
          <c:tx>
            <c:strRef>
              <c:f>'Revenue per store'!$D$66:$D$68</c:f>
              <c:strCache>
                <c:ptCount val="1"/>
                <c:pt idx="0">
                  <c:v>Hell's Kitchen - Sum of Revenue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'Revenue per store'!$A$69:$A$84</c:f>
              <c:strCache>
                <c:ptCount val="15"/>
                <c:pt idx="0">
                  <c:v>6 AM</c:v>
                </c:pt>
                <c:pt idx="1">
                  <c:v>7 AM</c:v>
                </c:pt>
                <c:pt idx="2">
                  <c:v>8 AM</c:v>
                </c:pt>
                <c:pt idx="3">
                  <c:v>9 AM</c:v>
                </c:pt>
                <c:pt idx="4">
                  <c:v>10 AM</c:v>
                </c:pt>
                <c:pt idx="5">
                  <c:v>11 AM</c:v>
                </c:pt>
                <c:pt idx="6">
                  <c:v>12 PM</c:v>
                </c:pt>
                <c:pt idx="7">
                  <c:v>1 PM</c:v>
                </c:pt>
                <c:pt idx="8">
                  <c:v>2 PM</c:v>
                </c:pt>
                <c:pt idx="9">
                  <c:v>3 PM</c:v>
                </c:pt>
                <c:pt idx="10">
                  <c:v>4 PM</c:v>
                </c:pt>
                <c:pt idx="11">
                  <c:v>5 PM</c:v>
                </c:pt>
                <c:pt idx="12">
                  <c:v>6 PM</c:v>
                </c:pt>
                <c:pt idx="13">
                  <c:v>7 PM</c:v>
                </c:pt>
                <c:pt idx="14">
                  <c:v>8 PM</c:v>
                </c:pt>
              </c:strCache>
            </c:strRef>
          </c:cat>
          <c:val>
            <c:numRef>
              <c:f>'Revenue per store'!$D$69:$D$84</c:f>
              <c:numCache>
                <c:formatCode>General</c:formatCode>
                <c:ptCount val="15"/>
                <c:pt idx="0">
                  <c:v>7531.17</c:v>
                </c:pt>
                <c:pt idx="1">
                  <c:v>15961.050000000034</c:v>
                </c:pt>
                <c:pt idx="2">
                  <c:v>31544.439999999897</c:v>
                </c:pt>
                <c:pt idx="3">
                  <c:v>32874.289999999935</c:v>
                </c:pt>
                <c:pt idx="4">
                  <c:v>33605.809999999852</c:v>
                </c:pt>
                <c:pt idx="5">
                  <c:v>17926.540000000055</c:v>
                </c:pt>
                <c:pt idx="6">
                  <c:v>11343.100000000026</c:v>
                </c:pt>
                <c:pt idx="7">
                  <c:v>12070.10000000002</c:v>
                </c:pt>
                <c:pt idx="8">
                  <c:v>12297.50000000002</c:v>
                </c:pt>
                <c:pt idx="9">
                  <c:v>11311.250000000022</c:v>
                </c:pt>
                <c:pt idx="10">
                  <c:v>11990.480000000018</c:v>
                </c:pt>
                <c:pt idx="11">
                  <c:v>12789.500000000033</c:v>
                </c:pt>
                <c:pt idx="12">
                  <c:v>11863.21000000003</c:v>
                </c:pt>
                <c:pt idx="13">
                  <c:v>10766.360000000021</c:v>
                </c:pt>
                <c:pt idx="14">
                  <c:v>2636.3699999999976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9A-486F-A8DD-2CE75AD28EFF}"/>
            </c:ext>
          </c:extLst>
        </c:ser>
        <c:ser>
          <c:idx val="3"/>
          <c:order val="3"/>
          <c:tx>
            <c:strRef>
              <c:f>'Revenue per store'!$E$66:$E$68</c:f>
              <c:strCache>
                <c:ptCount val="1"/>
                <c:pt idx="0">
                  <c:v>Hell's Kitchen - Count of transaction_id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'Revenue per store'!$A$69:$A$84</c:f>
              <c:strCache>
                <c:ptCount val="15"/>
                <c:pt idx="0">
                  <c:v>6 AM</c:v>
                </c:pt>
                <c:pt idx="1">
                  <c:v>7 AM</c:v>
                </c:pt>
                <c:pt idx="2">
                  <c:v>8 AM</c:v>
                </c:pt>
                <c:pt idx="3">
                  <c:v>9 AM</c:v>
                </c:pt>
                <c:pt idx="4">
                  <c:v>10 AM</c:v>
                </c:pt>
                <c:pt idx="5">
                  <c:v>11 AM</c:v>
                </c:pt>
                <c:pt idx="6">
                  <c:v>12 PM</c:v>
                </c:pt>
                <c:pt idx="7">
                  <c:v>1 PM</c:v>
                </c:pt>
                <c:pt idx="8">
                  <c:v>2 PM</c:v>
                </c:pt>
                <c:pt idx="9">
                  <c:v>3 PM</c:v>
                </c:pt>
                <c:pt idx="10">
                  <c:v>4 PM</c:v>
                </c:pt>
                <c:pt idx="11">
                  <c:v>5 PM</c:v>
                </c:pt>
                <c:pt idx="12">
                  <c:v>6 PM</c:v>
                </c:pt>
                <c:pt idx="13">
                  <c:v>7 PM</c:v>
                </c:pt>
                <c:pt idx="14">
                  <c:v>8 PM</c:v>
                </c:pt>
              </c:strCache>
            </c:strRef>
          </c:cat>
          <c:val>
            <c:numRef>
              <c:f>'Revenue per store'!$E$69:$E$84</c:f>
              <c:numCache>
                <c:formatCode>General</c:formatCode>
                <c:ptCount val="15"/>
                <c:pt idx="0">
                  <c:v>1676</c:v>
                </c:pt>
                <c:pt idx="1">
                  <c:v>3455</c:v>
                </c:pt>
                <c:pt idx="2">
                  <c:v>6909</c:v>
                </c:pt>
                <c:pt idx="3">
                  <c:v>6767</c:v>
                </c:pt>
                <c:pt idx="4">
                  <c:v>6957</c:v>
                </c:pt>
                <c:pt idx="5">
                  <c:v>3598</c:v>
                </c:pt>
                <c:pt idx="6">
                  <c:v>2442</c:v>
                </c:pt>
                <c:pt idx="7">
                  <c:v>2625</c:v>
                </c:pt>
                <c:pt idx="8">
                  <c:v>2754</c:v>
                </c:pt>
                <c:pt idx="9">
                  <c:v>2505</c:v>
                </c:pt>
                <c:pt idx="10">
                  <c:v>2691</c:v>
                </c:pt>
                <c:pt idx="11">
                  <c:v>2818</c:v>
                </c:pt>
                <c:pt idx="12">
                  <c:v>2608</c:v>
                </c:pt>
                <c:pt idx="13">
                  <c:v>2402</c:v>
                </c:pt>
                <c:pt idx="14">
                  <c:v>528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9A-486F-A8DD-2CE75AD28EFF}"/>
            </c:ext>
          </c:extLst>
        </c:ser>
        <c:ser>
          <c:idx val="4"/>
          <c:order val="4"/>
          <c:tx>
            <c:strRef>
              <c:f>'Revenue per store'!$F$66:$F$68</c:f>
              <c:strCache>
                <c:ptCount val="1"/>
                <c:pt idx="0">
                  <c:v>Lower Manhattan - Sum of Revenue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'Revenue per store'!$A$69:$A$84</c:f>
              <c:strCache>
                <c:ptCount val="15"/>
                <c:pt idx="0">
                  <c:v>6 AM</c:v>
                </c:pt>
                <c:pt idx="1">
                  <c:v>7 AM</c:v>
                </c:pt>
                <c:pt idx="2">
                  <c:v>8 AM</c:v>
                </c:pt>
                <c:pt idx="3">
                  <c:v>9 AM</c:v>
                </c:pt>
                <c:pt idx="4">
                  <c:v>10 AM</c:v>
                </c:pt>
                <c:pt idx="5">
                  <c:v>11 AM</c:v>
                </c:pt>
                <c:pt idx="6">
                  <c:v>12 PM</c:v>
                </c:pt>
                <c:pt idx="7">
                  <c:v>1 PM</c:v>
                </c:pt>
                <c:pt idx="8">
                  <c:v>2 PM</c:v>
                </c:pt>
                <c:pt idx="9">
                  <c:v>3 PM</c:v>
                </c:pt>
                <c:pt idx="10">
                  <c:v>4 PM</c:v>
                </c:pt>
                <c:pt idx="11">
                  <c:v>5 PM</c:v>
                </c:pt>
                <c:pt idx="12">
                  <c:v>6 PM</c:v>
                </c:pt>
                <c:pt idx="13">
                  <c:v>7 PM</c:v>
                </c:pt>
                <c:pt idx="14">
                  <c:v>8 PM</c:v>
                </c:pt>
              </c:strCache>
            </c:strRef>
          </c:cat>
          <c:val>
            <c:numRef>
              <c:f>'Revenue per store'!$F$69:$F$84</c:f>
              <c:numCache>
                <c:formatCode>General</c:formatCode>
                <c:ptCount val="15"/>
                <c:pt idx="0">
                  <c:v>14369.100000000037</c:v>
                </c:pt>
                <c:pt idx="1">
                  <c:v>28536.619999999944</c:v>
                </c:pt>
                <c:pt idx="2">
                  <c:v>28349.529999999879</c:v>
                </c:pt>
                <c:pt idx="3">
                  <c:v>29111.669999999911</c:v>
                </c:pt>
                <c:pt idx="4">
                  <c:v>30641.459999999908</c:v>
                </c:pt>
                <c:pt idx="5">
                  <c:v>12894.470000000014</c:v>
                </c:pt>
                <c:pt idx="6">
                  <c:v>13168.490000000029</c:v>
                </c:pt>
                <c:pt idx="7">
                  <c:v>12349.480000000005</c:v>
                </c:pt>
                <c:pt idx="8">
                  <c:v>13831.970000000023</c:v>
                </c:pt>
                <c:pt idx="9">
                  <c:v>14769.90000000002</c:v>
                </c:pt>
                <c:pt idx="10">
                  <c:v>13021.420000000029</c:v>
                </c:pt>
                <c:pt idx="11">
                  <c:v>11505.51000000002</c:v>
                </c:pt>
                <c:pt idx="12">
                  <c:v>6471.6900000000014</c:v>
                </c:pt>
                <c:pt idx="13">
                  <c:v>736.67000000000007</c:v>
                </c:pt>
                <c:pt idx="14">
                  <c:v>299.26999999999992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19A-486F-A8DD-2CE75AD28EFF}"/>
            </c:ext>
          </c:extLst>
        </c:ser>
        <c:ser>
          <c:idx val="5"/>
          <c:order val="5"/>
          <c:tx>
            <c:strRef>
              <c:f>'Revenue per store'!$G$66:$G$68</c:f>
              <c:strCache>
                <c:ptCount val="1"/>
                <c:pt idx="0">
                  <c:v>Lower Manhattan - Count of transaction_id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'Revenue per store'!$A$69:$A$84</c:f>
              <c:strCache>
                <c:ptCount val="15"/>
                <c:pt idx="0">
                  <c:v>6 AM</c:v>
                </c:pt>
                <c:pt idx="1">
                  <c:v>7 AM</c:v>
                </c:pt>
                <c:pt idx="2">
                  <c:v>8 AM</c:v>
                </c:pt>
                <c:pt idx="3">
                  <c:v>9 AM</c:v>
                </c:pt>
                <c:pt idx="4">
                  <c:v>10 AM</c:v>
                </c:pt>
                <c:pt idx="5">
                  <c:v>11 AM</c:v>
                </c:pt>
                <c:pt idx="6">
                  <c:v>12 PM</c:v>
                </c:pt>
                <c:pt idx="7">
                  <c:v>1 PM</c:v>
                </c:pt>
                <c:pt idx="8">
                  <c:v>2 PM</c:v>
                </c:pt>
                <c:pt idx="9">
                  <c:v>3 PM</c:v>
                </c:pt>
                <c:pt idx="10">
                  <c:v>4 PM</c:v>
                </c:pt>
                <c:pt idx="11">
                  <c:v>5 PM</c:v>
                </c:pt>
                <c:pt idx="12">
                  <c:v>6 PM</c:v>
                </c:pt>
                <c:pt idx="13">
                  <c:v>7 PM</c:v>
                </c:pt>
                <c:pt idx="14">
                  <c:v>8 PM</c:v>
                </c:pt>
              </c:strCache>
            </c:strRef>
          </c:cat>
          <c:val>
            <c:numRef>
              <c:f>'Revenue per store'!$G$69:$G$84</c:f>
              <c:numCache>
                <c:formatCode>General</c:formatCode>
                <c:ptCount val="15"/>
                <c:pt idx="0">
                  <c:v>2918</c:v>
                </c:pt>
                <c:pt idx="1">
                  <c:v>5792</c:v>
                </c:pt>
                <c:pt idx="2">
                  <c:v>5779</c:v>
                </c:pt>
                <c:pt idx="3">
                  <c:v>5914</c:v>
                </c:pt>
                <c:pt idx="4">
                  <c:v>6297</c:v>
                </c:pt>
                <c:pt idx="5">
                  <c:v>2755</c:v>
                </c:pt>
                <c:pt idx="6">
                  <c:v>2828</c:v>
                </c:pt>
                <c:pt idx="7">
                  <c:v>2633</c:v>
                </c:pt>
                <c:pt idx="8">
                  <c:v>2860</c:v>
                </c:pt>
                <c:pt idx="9">
                  <c:v>3051</c:v>
                </c:pt>
                <c:pt idx="10">
                  <c:v>2803</c:v>
                </c:pt>
                <c:pt idx="11">
                  <c:v>2525</c:v>
                </c:pt>
                <c:pt idx="12">
                  <c:v>1427</c:v>
                </c:pt>
                <c:pt idx="13">
                  <c:v>125</c:v>
                </c:pt>
                <c:pt idx="14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19A-486F-A8DD-2CE75AD28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7652952"/>
        <c:axId val="477654264"/>
      </c:lineChart>
      <c:catAx>
        <c:axId val="477652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54264"/>
        <c:crosses val="autoZero"/>
        <c:auto val="1"/>
        <c:lblAlgn val="ctr"/>
        <c:lblOffset val="100"/>
        <c:noMultiLvlLbl val="0"/>
      </c:catAx>
      <c:valAx>
        <c:axId val="4776542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52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 Case Study Enriched Excell.xlsx]Revenue per store!PivotTable3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SIX Month</a:t>
            </a:r>
            <a:r>
              <a:rPr lang="en-US" baseline="0"/>
              <a:t> trend PER Store</a:t>
            </a:r>
            <a:endParaRPr lang="en-US"/>
          </a:p>
        </c:rich>
      </c:tx>
      <c:layout>
        <c:manualLayout>
          <c:xMode val="edge"/>
          <c:yMode val="edge"/>
          <c:x val="0.3570069172702136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32796088824255415"/>
          <c:y val="0.12940403091815358"/>
          <c:w val="0.66903018372703416"/>
          <c:h val="0.750102799650043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'Revenue per store'!$B$20:$B$21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per store'!$A$22:$A$25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store'!$B$22:$B$25</c:f>
              <c:numCache>
                <c:formatCode>_-[$R-1C09]* #,##0.00_-;\-[$R-1C09]* #,##0.00_-;_-[$R-1C09]* "-"??_-;_-@_-</c:formatCode>
                <c:ptCount val="3"/>
                <c:pt idx="0">
                  <c:v>27313.660000000076</c:v>
                </c:pt>
                <c:pt idx="1">
                  <c:v>27820.649999999969</c:v>
                </c:pt>
                <c:pt idx="2">
                  <c:v>26543.429999999942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1-49CE-944B-35CE803943BE}"/>
            </c:ext>
          </c:extLst>
        </c:ser>
        <c:ser>
          <c:idx val="1"/>
          <c:order val="1"/>
          <c:tx>
            <c:strRef>
              <c:f>'Revenue per store'!$C$20:$C$21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per store'!$A$22:$A$25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store'!$C$22:$C$25</c:f>
              <c:numCache>
                <c:formatCode>_-[$R-1C09]* #,##0.00_-;\-[$R-1C09]* #,##0.00_-;_-[$R-1C09]* "-"??_-;_-@_-</c:formatCode>
                <c:ptCount val="3"/>
                <c:pt idx="0">
                  <c:v>25105.340000000077</c:v>
                </c:pt>
                <c:pt idx="1">
                  <c:v>25719.799999999963</c:v>
                </c:pt>
                <c:pt idx="2">
                  <c:v>25320.049999999905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E1-49CE-944B-35CE803943BE}"/>
            </c:ext>
          </c:extLst>
        </c:ser>
        <c:ser>
          <c:idx val="2"/>
          <c:order val="2"/>
          <c:tx>
            <c:strRef>
              <c:f>'Revenue per store'!$D$20:$D$21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per store'!$A$22:$A$25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store'!$D$22:$D$25</c:f>
              <c:numCache>
                <c:formatCode>_-[$R-1C09]* #,##0.00_-;\-[$R-1C09]* #,##0.00_-;_-[$R-1C09]* "-"??_-;_-@_-</c:formatCode>
                <c:ptCount val="3"/>
                <c:pt idx="0">
                  <c:v>32835.430000000029</c:v>
                </c:pt>
                <c:pt idx="1">
                  <c:v>33110.569999999854</c:v>
                </c:pt>
                <c:pt idx="2">
                  <c:v>32888.679999999811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E1-49CE-944B-35CE803943BE}"/>
            </c:ext>
          </c:extLst>
        </c:ser>
        <c:ser>
          <c:idx val="3"/>
          <c:order val="3"/>
          <c:tx>
            <c:strRef>
              <c:f>'Revenue per store'!$E$20:$E$21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per store'!$A$22:$A$25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store'!$E$22:$E$25</c:f>
              <c:numCache>
                <c:formatCode>_-[$R-1C09]* #,##0.00_-;\-[$R-1C09]* #,##0.00_-;_-[$R-1C09]* "-"??_-;_-@_-</c:formatCode>
                <c:ptCount val="3"/>
                <c:pt idx="0">
                  <c:v>39477.609999999833</c:v>
                </c:pt>
                <c:pt idx="1">
                  <c:v>40304.139999999745</c:v>
                </c:pt>
                <c:pt idx="2">
                  <c:v>39159.329999999653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E1-49CE-944B-35CE803943BE}"/>
            </c:ext>
          </c:extLst>
        </c:ser>
        <c:ser>
          <c:idx val="4"/>
          <c:order val="4"/>
          <c:tx>
            <c:strRef>
              <c:f>'Revenue per store'!$F$20:$F$21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'Revenue per store'!$A$22:$A$25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store'!$F$22:$F$25</c:f>
              <c:numCache>
                <c:formatCode>_-[$R-1C09]* #,##0.00_-;\-[$R-1C09]* #,##0.00_-;_-[$R-1C09]* "-"??_-;_-@_-</c:formatCode>
                <c:ptCount val="3"/>
                <c:pt idx="0">
                  <c:v>52428.759999999318</c:v>
                </c:pt>
                <c:pt idx="1">
                  <c:v>52598.929999999375</c:v>
                </c:pt>
                <c:pt idx="2">
                  <c:v>51700.069999999592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E1-49CE-944B-35CE803943BE}"/>
            </c:ext>
          </c:extLst>
        </c:ser>
        <c:ser>
          <c:idx val="5"/>
          <c:order val="5"/>
          <c:tx>
            <c:strRef>
              <c:f>'Revenue per store'!$G$20:$G$21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per store'!$A$22:$A$25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per store'!$G$22:$G$25</c:f>
              <c:numCache>
                <c:formatCode>_-[$R-1C09]* #,##0.00_-;\-[$R-1C09]* #,##0.00_-;_-[$R-1C09]* "-"??_-;_-@_-</c:formatCode>
                <c:ptCount val="3"/>
                <c:pt idx="0">
                  <c:v>55083.109999999266</c:v>
                </c:pt>
                <c:pt idx="1">
                  <c:v>56957.079999999347</c:v>
                </c:pt>
                <c:pt idx="2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6E1-49CE-944B-35CE803943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44"/>
        <c:overlap val="-90"/>
        <c:axId val="235191776"/>
        <c:axId val="235199320"/>
      </c:barChart>
      <c:catAx>
        <c:axId val="235191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ln w="19050">
                  <a:solidFill>
                    <a:schemeClr val="accent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199320"/>
        <c:crosses val="autoZero"/>
        <c:auto val="0"/>
        <c:lblAlgn val="ctr"/>
        <c:lblOffset val="100"/>
        <c:noMultiLvlLbl val="0"/>
      </c:catAx>
      <c:valAx>
        <c:axId val="235199320"/>
        <c:scaling>
          <c:orientation val="minMax"/>
        </c:scaling>
        <c:delete val="1"/>
        <c:axPos val="l"/>
        <c:numFmt formatCode="_-[$R-1C09]* #,##0.00_-;\-[$R-1C09]* #,##0.00_-;_-[$R-1C09]* &quot;-&quot;??_-;_-@_-" sourceLinked="1"/>
        <c:majorTickMark val="none"/>
        <c:minorTickMark val="none"/>
        <c:tickLblPos val="nextTo"/>
        <c:crossAx val="2351917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922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719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948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603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456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9767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726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982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211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ctrTitle"/>
          </p:nvPr>
        </p:nvSpPr>
        <p:spPr>
          <a:xfrm>
            <a:off x="715100" y="290945"/>
            <a:ext cx="4487400" cy="2844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Bright Coffee Shop</a:t>
            </a:r>
            <a:endParaRPr dirty="0"/>
          </a:p>
        </p:txBody>
      </p:sp>
      <p:sp>
        <p:nvSpPr>
          <p:cNvPr id="49" name="Google Shape;49;p15"/>
          <p:cNvSpPr txBox="1">
            <a:spLocks noGrp="1"/>
          </p:cNvSpPr>
          <p:nvPr>
            <p:ph type="subTitle" idx="1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</a:t>
            </a:r>
            <a:r>
              <a:rPr lang="en" dirty="0" smtClean="0"/>
              <a:t>reating the unthinkable reality</a:t>
            </a:r>
            <a:endParaRPr dirty="0"/>
          </a:p>
        </p:txBody>
      </p:sp>
      <p:sp>
        <p:nvSpPr>
          <p:cNvPr id="50" name="Google Shape;50;p15"/>
          <p:cNvSpPr txBox="1"/>
          <p:nvPr/>
        </p:nvSpPr>
        <p:spPr>
          <a:xfrm>
            <a:off x="6226844" y="4925745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Presenter :Pascal Mmamogopodi</a:t>
            </a:r>
            <a:endParaRPr sz="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" name="Google Shape;51;p15"/>
          <p:cNvGrpSpPr/>
          <p:nvPr/>
        </p:nvGrpSpPr>
        <p:grpSpPr>
          <a:xfrm>
            <a:off x="5202490" y="876104"/>
            <a:ext cx="3079900" cy="3250362"/>
            <a:chOff x="5202490" y="876104"/>
            <a:chExt cx="3079900" cy="3250362"/>
          </a:xfrm>
        </p:grpSpPr>
        <p:grpSp>
          <p:nvGrpSpPr>
            <p:cNvPr id="52" name="Google Shape;52;p15"/>
            <p:cNvGrpSpPr/>
            <p:nvPr/>
          </p:nvGrpSpPr>
          <p:grpSpPr>
            <a:xfrm rot="4097469">
              <a:off x="6626929" y="1977356"/>
              <a:ext cx="1408567" cy="1486790"/>
              <a:chOff x="9143991" y="2472810"/>
              <a:chExt cx="1408529" cy="1486751"/>
            </a:xfrm>
          </p:grpSpPr>
          <p:sp>
            <p:nvSpPr>
              <p:cNvPr id="53" name="Google Shape;53;p15"/>
              <p:cNvSpPr/>
              <p:nvPr/>
            </p:nvSpPr>
            <p:spPr>
              <a:xfrm rot="315303">
                <a:off x="9204226" y="2528908"/>
                <a:ext cx="1288059" cy="137455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3214" extrusionOk="0">
                    <a:moveTo>
                      <a:pt x="1814" y="573"/>
                    </a:moveTo>
                    <a:cubicBezTo>
                      <a:pt x="1920" y="759"/>
                      <a:pt x="1842" y="927"/>
                      <a:pt x="2048" y="1033"/>
                    </a:cubicBezTo>
                    <a:cubicBezTo>
                      <a:pt x="2300" y="1161"/>
                      <a:pt x="2525" y="1158"/>
                      <a:pt x="2734" y="1386"/>
                    </a:cubicBezTo>
                    <a:cubicBezTo>
                      <a:pt x="3137" y="1826"/>
                      <a:pt x="3078" y="2447"/>
                      <a:pt x="2709" y="2858"/>
                    </a:cubicBezTo>
                    <a:cubicBezTo>
                      <a:pt x="2658" y="2915"/>
                      <a:pt x="2601" y="2968"/>
                      <a:pt x="2538" y="3016"/>
                    </a:cubicBezTo>
                    <a:cubicBezTo>
                      <a:pt x="2023" y="3408"/>
                      <a:pt x="1453" y="3183"/>
                      <a:pt x="1127" y="2652"/>
                    </a:cubicBezTo>
                    <a:cubicBezTo>
                      <a:pt x="1036" y="2504"/>
                      <a:pt x="1035" y="2284"/>
                      <a:pt x="911" y="2166"/>
                    </a:cubicBezTo>
                    <a:cubicBezTo>
                      <a:pt x="794" y="2054"/>
                      <a:pt x="589" y="2057"/>
                      <a:pt x="504" y="1900"/>
                    </a:cubicBezTo>
                    <a:cubicBezTo>
                      <a:pt x="403" y="1714"/>
                      <a:pt x="563" y="1479"/>
                      <a:pt x="482" y="1294"/>
                    </a:cubicBezTo>
                    <a:cubicBezTo>
                      <a:pt x="416" y="1144"/>
                      <a:pt x="335" y="1212"/>
                      <a:pt x="219" y="1150"/>
                    </a:cubicBezTo>
                    <a:cubicBezTo>
                      <a:pt x="-72" y="995"/>
                      <a:pt x="-8" y="332"/>
                      <a:pt x="47" y="68"/>
                    </a:cubicBezTo>
                    <a:cubicBezTo>
                      <a:pt x="59" y="42"/>
                      <a:pt x="70" y="25"/>
                      <a:pt x="81" y="14"/>
                    </a:cubicBezTo>
                    <a:cubicBezTo>
                      <a:pt x="135" y="-41"/>
                      <a:pt x="181" y="74"/>
                      <a:pt x="237" y="120"/>
                    </a:cubicBezTo>
                    <a:cubicBezTo>
                      <a:pt x="386" y="243"/>
                      <a:pt x="468" y="220"/>
                      <a:pt x="622" y="169"/>
                    </a:cubicBezTo>
                    <a:cubicBezTo>
                      <a:pt x="905" y="74"/>
                      <a:pt x="809" y="330"/>
                      <a:pt x="1049" y="409"/>
                    </a:cubicBezTo>
                    <a:cubicBezTo>
                      <a:pt x="1174" y="451"/>
                      <a:pt x="1274" y="326"/>
                      <a:pt x="1395" y="314"/>
                    </a:cubicBezTo>
                    <a:cubicBezTo>
                      <a:pt x="1568" y="298"/>
                      <a:pt x="1732" y="428"/>
                      <a:pt x="1814" y="5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 rot="315303">
                <a:off x="9245294" y="2574895"/>
                <a:ext cx="1205952" cy="1278327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2989" extrusionOk="0">
                    <a:moveTo>
                      <a:pt x="1281" y="1104"/>
                    </a:moveTo>
                    <a:lnTo>
                      <a:pt x="1279" y="1015"/>
                    </a:lnTo>
                    <a:cubicBezTo>
                      <a:pt x="1278" y="952"/>
                      <a:pt x="1277" y="888"/>
                      <a:pt x="1276" y="825"/>
                    </a:cubicBezTo>
                    <a:cubicBezTo>
                      <a:pt x="1273" y="698"/>
                      <a:pt x="1274" y="571"/>
                      <a:pt x="1261" y="445"/>
                    </a:cubicBezTo>
                    <a:cubicBezTo>
                      <a:pt x="1261" y="437"/>
                      <a:pt x="1250" y="438"/>
                      <a:pt x="1249" y="445"/>
                    </a:cubicBezTo>
                    <a:cubicBezTo>
                      <a:pt x="1242" y="570"/>
                      <a:pt x="1247" y="695"/>
                      <a:pt x="1248" y="820"/>
                    </a:cubicBezTo>
                    <a:cubicBezTo>
                      <a:pt x="1249" y="881"/>
                      <a:pt x="1250" y="943"/>
                      <a:pt x="1251" y="1004"/>
                    </a:cubicBezTo>
                    <a:cubicBezTo>
                      <a:pt x="1251" y="1034"/>
                      <a:pt x="1252" y="1063"/>
                      <a:pt x="1253" y="1093"/>
                    </a:cubicBezTo>
                    <a:cubicBezTo>
                      <a:pt x="1253" y="1098"/>
                      <a:pt x="1252" y="1103"/>
                      <a:pt x="1252" y="1108"/>
                    </a:cubicBezTo>
                    <a:cubicBezTo>
                      <a:pt x="1210" y="1075"/>
                      <a:pt x="1167" y="1041"/>
                      <a:pt x="1123" y="1009"/>
                    </a:cubicBezTo>
                    <a:cubicBezTo>
                      <a:pt x="1052" y="955"/>
                      <a:pt x="981" y="903"/>
                      <a:pt x="909" y="850"/>
                    </a:cubicBezTo>
                    <a:cubicBezTo>
                      <a:pt x="913" y="786"/>
                      <a:pt x="909" y="720"/>
                      <a:pt x="904" y="656"/>
                    </a:cubicBezTo>
                    <a:cubicBezTo>
                      <a:pt x="897" y="568"/>
                      <a:pt x="882" y="484"/>
                      <a:pt x="859" y="399"/>
                    </a:cubicBezTo>
                    <a:cubicBezTo>
                      <a:pt x="857" y="394"/>
                      <a:pt x="849" y="395"/>
                      <a:pt x="849" y="400"/>
                    </a:cubicBezTo>
                    <a:cubicBezTo>
                      <a:pt x="862" y="485"/>
                      <a:pt x="872" y="572"/>
                      <a:pt x="877" y="658"/>
                    </a:cubicBezTo>
                    <a:cubicBezTo>
                      <a:pt x="881" y="715"/>
                      <a:pt x="879" y="771"/>
                      <a:pt x="879" y="828"/>
                    </a:cubicBezTo>
                    <a:cubicBezTo>
                      <a:pt x="784" y="758"/>
                      <a:pt x="689" y="689"/>
                      <a:pt x="595" y="617"/>
                    </a:cubicBezTo>
                    <a:cubicBezTo>
                      <a:pt x="599" y="591"/>
                      <a:pt x="601" y="565"/>
                      <a:pt x="604" y="540"/>
                    </a:cubicBezTo>
                    <a:cubicBezTo>
                      <a:pt x="609" y="501"/>
                      <a:pt x="612" y="463"/>
                      <a:pt x="615" y="424"/>
                    </a:cubicBezTo>
                    <a:cubicBezTo>
                      <a:pt x="620" y="343"/>
                      <a:pt x="619" y="262"/>
                      <a:pt x="614" y="182"/>
                    </a:cubicBezTo>
                    <a:cubicBezTo>
                      <a:pt x="613" y="171"/>
                      <a:pt x="598" y="172"/>
                      <a:pt x="598" y="182"/>
                    </a:cubicBezTo>
                    <a:cubicBezTo>
                      <a:pt x="600" y="262"/>
                      <a:pt x="597" y="342"/>
                      <a:pt x="592" y="421"/>
                    </a:cubicBezTo>
                    <a:cubicBezTo>
                      <a:pt x="589" y="462"/>
                      <a:pt x="585" y="502"/>
                      <a:pt x="580" y="543"/>
                    </a:cubicBezTo>
                    <a:cubicBezTo>
                      <a:pt x="577" y="561"/>
                      <a:pt x="574" y="580"/>
                      <a:pt x="570" y="598"/>
                    </a:cubicBezTo>
                    <a:cubicBezTo>
                      <a:pt x="559" y="590"/>
                      <a:pt x="547" y="581"/>
                      <a:pt x="535" y="572"/>
                    </a:cubicBezTo>
                    <a:cubicBezTo>
                      <a:pt x="498" y="543"/>
                      <a:pt x="461" y="514"/>
                      <a:pt x="424" y="484"/>
                    </a:cubicBezTo>
                    <a:cubicBezTo>
                      <a:pt x="431" y="476"/>
                      <a:pt x="427" y="460"/>
                      <a:pt x="413" y="460"/>
                    </a:cubicBezTo>
                    <a:cubicBezTo>
                      <a:pt x="407" y="459"/>
                      <a:pt x="401" y="459"/>
                      <a:pt x="395" y="459"/>
                    </a:cubicBezTo>
                    <a:cubicBezTo>
                      <a:pt x="394" y="458"/>
                      <a:pt x="394" y="457"/>
                      <a:pt x="393" y="457"/>
                    </a:cubicBezTo>
                    <a:cubicBezTo>
                      <a:pt x="397" y="456"/>
                      <a:pt x="401" y="454"/>
                      <a:pt x="402" y="449"/>
                    </a:cubicBezTo>
                    <a:cubicBezTo>
                      <a:pt x="404" y="439"/>
                      <a:pt x="401" y="429"/>
                      <a:pt x="399" y="419"/>
                    </a:cubicBezTo>
                    <a:cubicBezTo>
                      <a:pt x="398" y="408"/>
                      <a:pt x="396" y="397"/>
                      <a:pt x="395" y="387"/>
                    </a:cubicBezTo>
                    <a:cubicBezTo>
                      <a:pt x="391" y="366"/>
                      <a:pt x="389" y="344"/>
                      <a:pt x="385" y="323"/>
                    </a:cubicBezTo>
                    <a:cubicBezTo>
                      <a:pt x="378" y="281"/>
                      <a:pt x="370" y="240"/>
                      <a:pt x="362" y="198"/>
                    </a:cubicBezTo>
                    <a:cubicBezTo>
                      <a:pt x="361" y="193"/>
                      <a:pt x="353" y="195"/>
                      <a:pt x="353" y="200"/>
                    </a:cubicBezTo>
                    <a:cubicBezTo>
                      <a:pt x="357" y="243"/>
                      <a:pt x="360" y="285"/>
                      <a:pt x="365" y="328"/>
                    </a:cubicBezTo>
                    <a:cubicBezTo>
                      <a:pt x="368" y="349"/>
                      <a:pt x="371" y="371"/>
                      <a:pt x="374" y="392"/>
                    </a:cubicBezTo>
                    <a:cubicBezTo>
                      <a:pt x="375" y="403"/>
                      <a:pt x="377" y="413"/>
                      <a:pt x="378" y="424"/>
                    </a:cubicBezTo>
                    <a:cubicBezTo>
                      <a:pt x="379" y="432"/>
                      <a:pt x="380" y="440"/>
                      <a:pt x="383" y="448"/>
                    </a:cubicBezTo>
                    <a:cubicBezTo>
                      <a:pt x="244" y="327"/>
                      <a:pt x="122" y="186"/>
                      <a:pt x="77" y="3"/>
                    </a:cubicBezTo>
                    <a:cubicBezTo>
                      <a:pt x="75" y="-4"/>
                      <a:pt x="64" y="0"/>
                      <a:pt x="65" y="7"/>
                    </a:cubicBezTo>
                    <a:cubicBezTo>
                      <a:pt x="102" y="184"/>
                      <a:pt x="212" y="331"/>
                      <a:pt x="340" y="456"/>
                    </a:cubicBezTo>
                    <a:cubicBezTo>
                      <a:pt x="295" y="454"/>
                      <a:pt x="249" y="451"/>
                      <a:pt x="204" y="446"/>
                    </a:cubicBezTo>
                    <a:cubicBezTo>
                      <a:pt x="138" y="439"/>
                      <a:pt x="72" y="425"/>
                      <a:pt x="5" y="424"/>
                    </a:cubicBezTo>
                    <a:cubicBezTo>
                      <a:pt x="-2" y="424"/>
                      <a:pt x="-2" y="434"/>
                      <a:pt x="4" y="436"/>
                    </a:cubicBezTo>
                    <a:cubicBezTo>
                      <a:pt x="69" y="460"/>
                      <a:pt x="141" y="466"/>
                      <a:pt x="210" y="473"/>
                    </a:cubicBezTo>
                    <a:cubicBezTo>
                      <a:pt x="263" y="479"/>
                      <a:pt x="316" y="482"/>
                      <a:pt x="370" y="485"/>
                    </a:cubicBezTo>
                    <a:cubicBezTo>
                      <a:pt x="386" y="500"/>
                      <a:pt x="402" y="515"/>
                      <a:pt x="418" y="529"/>
                    </a:cubicBezTo>
                    <a:cubicBezTo>
                      <a:pt x="466" y="571"/>
                      <a:pt x="515" y="612"/>
                      <a:pt x="564" y="652"/>
                    </a:cubicBezTo>
                    <a:cubicBezTo>
                      <a:pt x="564" y="654"/>
                      <a:pt x="563" y="656"/>
                      <a:pt x="563" y="658"/>
                    </a:cubicBezTo>
                    <a:cubicBezTo>
                      <a:pt x="563" y="668"/>
                      <a:pt x="574" y="670"/>
                      <a:pt x="581" y="666"/>
                    </a:cubicBezTo>
                    <a:cubicBezTo>
                      <a:pt x="584" y="669"/>
                      <a:pt x="588" y="672"/>
                      <a:pt x="592" y="675"/>
                    </a:cubicBezTo>
                    <a:cubicBezTo>
                      <a:pt x="430" y="669"/>
                      <a:pt x="267" y="662"/>
                      <a:pt x="105" y="664"/>
                    </a:cubicBezTo>
                    <a:cubicBezTo>
                      <a:pt x="97" y="664"/>
                      <a:pt x="95" y="678"/>
                      <a:pt x="104" y="679"/>
                    </a:cubicBezTo>
                    <a:cubicBezTo>
                      <a:pt x="277" y="693"/>
                      <a:pt x="451" y="697"/>
                      <a:pt x="625" y="702"/>
                    </a:cubicBezTo>
                    <a:cubicBezTo>
                      <a:pt x="645" y="718"/>
                      <a:pt x="665" y="735"/>
                      <a:pt x="685" y="751"/>
                    </a:cubicBezTo>
                    <a:cubicBezTo>
                      <a:pt x="751" y="805"/>
                      <a:pt x="816" y="860"/>
                      <a:pt x="881" y="915"/>
                    </a:cubicBezTo>
                    <a:cubicBezTo>
                      <a:pt x="881" y="915"/>
                      <a:pt x="881" y="916"/>
                      <a:pt x="881" y="917"/>
                    </a:cubicBezTo>
                    <a:cubicBezTo>
                      <a:pt x="881" y="918"/>
                      <a:pt x="881" y="919"/>
                      <a:pt x="882" y="920"/>
                    </a:cubicBezTo>
                    <a:cubicBezTo>
                      <a:pt x="659" y="925"/>
                      <a:pt x="438" y="907"/>
                      <a:pt x="217" y="882"/>
                    </a:cubicBezTo>
                    <a:cubicBezTo>
                      <a:pt x="210" y="881"/>
                      <a:pt x="207" y="892"/>
                      <a:pt x="215" y="894"/>
                    </a:cubicBezTo>
                    <a:cubicBezTo>
                      <a:pt x="445" y="945"/>
                      <a:pt x="684" y="956"/>
                      <a:pt x="919" y="947"/>
                    </a:cubicBezTo>
                    <a:cubicBezTo>
                      <a:pt x="934" y="960"/>
                      <a:pt x="949" y="973"/>
                      <a:pt x="964" y="985"/>
                    </a:cubicBezTo>
                    <a:cubicBezTo>
                      <a:pt x="1052" y="1059"/>
                      <a:pt x="1140" y="1133"/>
                      <a:pt x="1227" y="1206"/>
                    </a:cubicBezTo>
                    <a:cubicBezTo>
                      <a:pt x="1203" y="1209"/>
                      <a:pt x="1179" y="1213"/>
                      <a:pt x="1155" y="1215"/>
                    </a:cubicBezTo>
                    <a:cubicBezTo>
                      <a:pt x="965" y="1230"/>
                      <a:pt x="774" y="1230"/>
                      <a:pt x="584" y="1219"/>
                    </a:cubicBezTo>
                    <a:cubicBezTo>
                      <a:pt x="575" y="1218"/>
                      <a:pt x="574" y="1233"/>
                      <a:pt x="583" y="1234"/>
                    </a:cubicBezTo>
                    <a:cubicBezTo>
                      <a:pt x="702" y="1246"/>
                      <a:pt x="821" y="1253"/>
                      <a:pt x="941" y="1251"/>
                    </a:cubicBezTo>
                    <a:cubicBezTo>
                      <a:pt x="1003" y="1250"/>
                      <a:pt x="1064" y="1247"/>
                      <a:pt x="1126" y="1243"/>
                    </a:cubicBezTo>
                    <a:cubicBezTo>
                      <a:pt x="1154" y="1241"/>
                      <a:pt x="1183" y="1239"/>
                      <a:pt x="1211" y="1237"/>
                    </a:cubicBezTo>
                    <a:cubicBezTo>
                      <a:pt x="1227" y="1235"/>
                      <a:pt x="1242" y="1234"/>
                      <a:pt x="1258" y="1232"/>
                    </a:cubicBezTo>
                    <a:cubicBezTo>
                      <a:pt x="1377" y="1332"/>
                      <a:pt x="1494" y="1434"/>
                      <a:pt x="1609" y="1539"/>
                    </a:cubicBezTo>
                    <a:cubicBezTo>
                      <a:pt x="1595" y="1540"/>
                      <a:pt x="1582" y="1542"/>
                      <a:pt x="1569" y="1543"/>
                    </a:cubicBezTo>
                    <a:cubicBezTo>
                      <a:pt x="1524" y="1545"/>
                      <a:pt x="1479" y="1546"/>
                      <a:pt x="1434" y="1546"/>
                    </a:cubicBezTo>
                    <a:cubicBezTo>
                      <a:pt x="1342" y="1547"/>
                      <a:pt x="1249" y="1545"/>
                      <a:pt x="1157" y="1540"/>
                    </a:cubicBezTo>
                    <a:cubicBezTo>
                      <a:pt x="972" y="1531"/>
                      <a:pt x="787" y="1509"/>
                      <a:pt x="604" y="1477"/>
                    </a:cubicBezTo>
                    <a:cubicBezTo>
                      <a:pt x="594" y="1475"/>
                      <a:pt x="591" y="1491"/>
                      <a:pt x="601" y="1493"/>
                    </a:cubicBezTo>
                    <a:cubicBezTo>
                      <a:pt x="781" y="1530"/>
                      <a:pt x="962" y="1555"/>
                      <a:pt x="1146" y="1566"/>
                    </a:cubicBezTo>
                    <a:cubicBezTo>
                      <a:pt x="1238" y="1572"/>
                      <a:pt x="1331" y="1574"/>
                      <a:pt x="1423" y="1574"/>
                    </a:cubicBezTo>
                    <a:cubicBezTo>
                      <a:pt x="1468" y="1574"/>
                      <a:pt x="1513" y="1573"/>
                      <a:pt x="1559" y="1571"/>
                    </a:cubicBezTo>
                    <a:cubicBezTo>
                      <a:pt x="1583" y="1570"/>
                      <a:pt x="1608" y="1569"/>
                      <a:pt x="1632" y="1567"/>
                    </a:cubicBezTo>
                    <a:cubicBezTo>
                      <a:pt x="1635" y="1567"/>
                      <a:pt x="1638" y="1567"/>
                      <a:pt x="1640" y="1567"/>
                    </a:cubicBezTo>
                    <a:cubicBezTo>
                      <a:pt x="1763" y="1681"/>
                      <a:pt x="1883" y="1799"/>
                      <a:pt x="1996" y="1923"/>
                    </a:cubicBezTo>
                    <a:cubicBezTo>
                      <a:pt x="1964" y="1922"/>
                      <a:pt x="1932" y="1923"/>
                      <a:pt x="1901" y="1922"/>
                    </a:cubicBezTo>
                    <a:cubicBezTo>
                      <a:pt x="1848" y="1921"/>
                      <a:pt x="1796" y="1919"/>
                      <a:pt x="1743" y="1916"/>
                    </a:cubicBezTo>
                    <a:cubicBezTo>
                      <a:pt x="1636" y="1911"/>
                      <a:pt x="1530" y="1904"/>
                      <a:pt x="1424" y="1895"/>
                    </a:cubicBezTo>
                    <a:cubicBezTo>
                      <a:pt x="1215" y="1876"/>
                      <a:pt x="1007" y="1853"/>
                      <a:pt x="800" y="1823"/>
                    </a:cubicBezTo>
                    <a:cubicBezTo>
                      <a:pt x="794" y="1822"/>
                      <a:pt x="792" y="1831"/>
                      <a:pt x="798" y="1832"/>
                    </a:cubicBezTo>
                    <a:cubicBezTo>
                      <a:pt x="1005" y="1872"/>
                      <a:pt x="1214" y="1903"/>
                      <a:pt x="1424" y="1922"/>
                    </a:cubicBezTo>
                    <a:cubicBezTo>
                      <a:pt x="1527" y="1931"/>
                      <a:pt x="1629" y="1938"/>
                      <a:pt x="1732" y="1943"/>
                    </a:cubicBezTo>
                    <a:cubicBezTo>
                      <a:pt x="1782" y="1946"/>
                      <a:pt x="1833" y="1948"/>
                      <a:pt x="1884" y="1950"/>
                    </a:cubicBezTo>
                    <a:cubicBezTo>
                      <a:pt x="1929" y="1951"/>
                      <a:pt x="1977" y="1955"/>
                      <a:pt x="2023" y="1953"/>
                    </a:cubicBezTo>
                    <a:cubicBezTo>
                      <a:pt x="2030" y="1961"/>
                      <a:pt x="2038" y="1969"/>
                      <a:pt x="2045" y="1977"/>
                    </a:cubicBezTo>
                    <a:cubicBezTo>
                      <a:pt x="2128" y="2071"/>
                      <a:pt x="2206" y="2170"/>
                      <a:pt x="2281" y="2271"/>
                    </a:cubicBezTo>
                    <a:cubicBezTo>
                      <a:pt x="2229" y="2269"/>
                      <a:pt x="2175" y="2272"/>
                      <a:pt x="2123" y="2271"/>
                    </a:cubicBezTo>
                    <a:cubicBezTo>
                      <a:pt x="2064" y="2270"/>
                      <a:pt x="2006" y="2268"/>
                      <a:pt x="1948" y="2265"/>
                    </a:cubicBezTo>
                    <a:cubicBezTo>
                      <a:pt x="1707" y="2253"/>
                      <a:pt x="1467" y="2225"/>
                      <a:pt x="1229" y="2187"/>
                    </a:cubicBezTo>
                    <a:cubicBezTo>
                      <a:pt x="1224" y="2186"/>
                      <a:pt x="1223" y="2193"/>
                      <a:pt x="1228" y="2194"/>
                    </a:cubicBezTo>
                    <a:cubicBezTo>
                      <a:pt x="1409" y="2236"/>
                      <a:pt x="1592" y="2266"/>
                      <a:pt x="1777" y="2282"/>
                    </a:cubicBezTo>
                    <a:cubicBezTo>
                      <a:pt x="1865" y="2290"/>
                      <a:pt x="1954" y="2295"/>
                      <a:pt x="2043" y="2298"/>
                    </a:cubicBezTo>
                    <a:cubicBezTo>
                      <a:pt x="2089" y="2300"/>
                      <a:pt x="2135" y="2301"/>
                      <a:pt x="2181" y="2301"/>
                    </a:cubicBezTo>
                    <a:cubicBezTo>
                      <a:pt x="2204" y="2301"/>
                      <a:pt x="2226" y="2301"/>
                      <a:pt x="2249" y="2301"/>
                    </a:cubicBezTo>
                    <a:cubicBezTo>
                      <a:pt x="2262" y="2301"/>
                      <a:pt x="2275" y="2301"/>
                      <a:pt x="2287" y="2301"/>
                    </a:cubicBezTo>
                    <a:cubicBezTo>
                      <a:pt x="2292" y="2301"/>
                      <a:pt x="2297" y="2302"/>
                      <a:pt x="2303" y="2302"/>
                    </a:cubicBezTo>
                    <a:lnTo>
                      <a:pt x="2304" y="2302"/>
                    </a:lnTo>
                    <a:cubicBezTo>
                      <a:pt x="2307" y="2303"/>
                      <a:pt x="2315" y="2317"/>
                      <a:pt x="2317" y="2319"/>
                    </a:cubicBezTo>
                    <a:cubicBezTo>
                      <a:pt x="2321" y="2326"/>
                      <a:pt x="2326" y="2332"/>
                      <a:pt x="2331" y="2339"/>
                    </a:cubicBezTo>
                    <a:cubicBezTo>
                      <a:pt x="2340" y="2352"/>
                      <a:pt x="2350" y="2366"/>
                      <a:pt x="2359" y="2379"/>
                    </a:cubicBezTo>
                    <a:cubicBezTo>
                      <a:pt x="2378" y="2405"/>
                      <a:pt x="2397" y="2432"/>
                      <a:pt x="2416" y="2458"/>
                    </a:cubicBezTo>
                    <a:cubicBezTo>
                      <a:pt x="2422" y="2468"/>
                      <a:pt x="2429" y="2477"/>
                      <a:pt x="2436" y="2486"/>
                    </a:cubicBezTo>
                    <a:cubicBezTo>
                      <a:pt x="2421" y="2492"/>
                      <a:pt x="2406" y="2498"/>
                      <a:pt x="2390" y="2503"/>
                    </a:cubicBezTo>
                    <a:cubicBezTo>
                      <a:pt x="2357" y="2514"/>
                      <a:pt x="2323" y="2520"/>
                      <a:pt x="2289" y="2525"/>
                    </a:cubicBezTo>
                    <a:cubicBezTo>
                      <a:pt x="2223" y="2535"/>
                      <a:pt x="2155" y="2536"/>
                      <a:pt x="2088" y="2538"/>
                    </a:cubicBezTo>
                    <a:cubicBezTo>
                      <a:pt x="1925" y="2542"/>
                      <a:pt x="1761" y="2547"/>
                      <a:pt x="1598" y="2554"/>
                    </a:cubicBezTo>
                    <a:cubicBezTo>
                      <a:pt x="1592" y="2554"/>
                      <a:pt x="1592" y="2563"/>
                      <a:pt x="1599" y="2563"/>
                    </a:cubicBezTo>
                    <a:cubicBezTo>
                      <a:pt x="1768" y="2564"/>
                      <a:pt x="1938" y="2564"/>
                      <a:pt x="2107" y="2562"/>
                    </a:cubicBezTo>
                    <a:cubicBezTo>
                      <a:pt x="2174" y="2562"/>
                      <a:pt x="2241" y="2560"/>
                      <a:pt x="2307" y="2550"/>
                    </a:cubicBezTo>
                    <a:cubicBezTo>
                      <a:pt x="2350" y="2543"/>
                      <a:pt x="2412" y="2534"/>
                      <a:pt x="2453" y="2508"/>
                    </a:cubicBezTo>
                    <a:cubicBezTo>
                      <a:pt x="2460" y="2517"/>
                      <a:pt x="2468" y="2526"/>
                      <a:pt x="2474" y="2536"/>
                    </a:cubicBezTo>
                    <a:cubicBezTo>
                      <a:pt x="2494" y="2565"/>
                      <a:pt x="2768" y="2958"/>
                      <a:pt x="2791" y="2984"/>
                    </a:cubicBezTo>
                    <a:cubicBezTo>
                      <a:pt x="2803" y="2997"/>
                      <a:pt x="2823" y="2981"/>
                      <a:pt x="2819" y="2966"/>
                    </a:cubicBezTo>
                    <a:cubicBezTo>
                      <a:pt x="2803" y="2909"/>
                      <a:pt x="2517" y="2489"/>
                      <a:pt x="2492" y="2435"/>
                    </a:cubicBezTo>
                    <a:cubicBezTo>
                      <a:pt x="2487" y="2424"/>
                      <a:pt x="2481" y="2412"/>
                      <a:pt x="2474" y="2401"/>
                    </a:cubicBezTo>
                    <a:cubicBezTo>
                      <a:pt x="2523" y="2282"/>
                      <a:pt x="2556" y="2153"/>
                      <a:pt x="2584" y="2029"/>
                    </a:cubicBezTo>
                    <a:cubicBezTo>
                      <a:pt x="2616" y="1885"/>
                      <a:pt x="2632" y="1737"/>
                      <a:pt x="2638" y="1590"/>
                    </a:cubicBezTo>
                    <a:cubicBezTo>
                      <a:pt x="2638" y="1582"/>
                      <a:pt x="2625" y="1581"/>
                      <a:pt x="2624" y="1589"/>
                    </a:cubicBezTo>
                    <a:cubicBezTo>
                      <a:pt x="2613" y="1735"/>
                      <a:pt x="2589" y="1880"/>
                      <a:pt x="2557" y="2023"/>
                    </a:cubicBezTo>
                    <a:cubicBezTo>
                      <a:pt x="2531" y="2141"/>
                      <a:pt x="2493" y="2252"/>
                      <a:pt x="2454" y="2365"/>
                    </a:cubicBezTo>
                    <a:cubicBezTo>
                      <a:pt x="2437" y="2336"/>
                      <a:pt x="2418" y="2307"/>
                      <a:pt x="2400" y="2280"/>
                    </a:cubicBezTo>
                    <a:cubicBezTo>
                      <a:pt x="2371" y="2237"/>
                      <a:pt x="2342" y="2195"/>
                      <a:pt x="2311" y="2154"/>
                    </a:cubicBezTo>
                    <a:cubicBezTo>
                      <a:pt x="2326" y="2097"/>
                      <a:pt x="2333" y="2037"/>
                      <a:pt x="2342" y="1979"/>
                    </a:cubicBezTo>
                    <a:cubicBezTo>
                      <a:pt x="2353" y="1907"/>
                      <a:pt x="2363" y="1834"/>
                      <a:pt x="2372" y="1762"/>
                    </a:cubicBezTo>
                    <a:cubicBezTo>
                      <a:pt x="2388" y="1621"/>
                      <a:pt x="2399" y="1481"/>
                      <a:pt x="2403" y="1340"/>
                    </a:cubicBezTo>
                    <a:cubicBezTo>
                      <a:pt x="2404" y="1330"/>
                      <a:pt x="2388" y="1331"/>
                      <a:pt x="2388" y="1341"/>
                    </a:cubicBezTo>
                    <a:cubicBezTo>
                      <a:pt x="2376" y="1486"/>
                      <a:pt x="2363" y="1631"/>
                      <a:pt x="2344" y="1776"/>
                    </a:cubicBezTo>
                    <a:cubicBezTo>
                      <a:pt x="2336" y="1844"/>
                      <a:pt x="2326" y="1912"/>
                      <a:pt x="2315" y="1980"/>
                    </a:cubicBezTo>
                    <a:cubicBezTo>
                      <a:pt x="2307" y="2028"/>
                      <a:pt x="2296" y="2076"/>
                      <a:pt x="2289" y="2125"/>
                    </a:cubicBezTo>
                    <a:cubicBezTo>
                      <a:pt x="2256" y="2082"/>
                      <a:pt x="2223" y="2039"/>
                      <a:pt x="2188" y="1997"/>
                    </a:cubicBezTo>
                    <a:cubicBezTo>
                      <a:pt x="2139" y="1939"/>
                      <a:pt x="2089" y="1882"/>
                      <a:pt x="2038" y="1827"/>
                    </a:cubicBezTo>
                    <a:cubicBezTo>
                      <a:pt x="2039" y="1777"/>
                      <a:pt x="2034" y="1727"/>
                      <a:pt x="2034" y="1678"/>
                    </a:cubicBezTo>
                    <a:cubicBezTo>
                      <a:pt x="2033" y="1621"/>
                      <a:pt x="2033" y="1563"/>
                      <a:pt x="2033" y="1506"/>
                    </a:cubicBezTo>
                    <a:cubicBezTo>
                      <a:pt x="2035" y="1389"/>
                      <a:pt x="2044" y="1272"/>
                      <a:pt x="2045" y="1155"/>
                    </a:cubicBezTo>
                    <a:cubicBezTo>
                      <a:pt x="2046" y="1148"/>
                      <a:pt x="2034" y="1147"/>
                      <a:pt x="2032" y="1154"/>
                    </a:cubicBezTo>
                    <a:cubicBezTo>
                      <a:pt x="2013" y="1268"/>
                      <a:pt x="2009" y="1386"/>
                      <a:pt x="2005" y="1501"/>
                    </a:cubicBezTo>
                    <a:cubicBezTo>
                      <a:pt x="2003" y="1561"/>
                      <a:pt x="2002" y="1620"/>
                      <a:pt x="2002" y="1680"/>
                    </a:cubicBezTo>
                    <a:cubicBezTo>
                      <a:pt x="2002" y="1715"/>
                      <a:pt x="2001" y="1752"/>
                      <a:pt x="2002" y="1788"/>
                    </a:cubicBezTo>
                    <a:cubicBezTo>
                      <a:pt x="1900" y="1680"/>
                      <a:pt x="1794" y="1576"/>
                      <a:pt x="1684" y="1475"/>
                    </a:cubicBezTo>
                    <a:cubicBezTo>
                      <a:pt x="1663" y="1457"/>
                      <a:pt x="1642" y="1438"/>
                      <a:pt x="1622" y="1420"/>
                    </a:cubicBezTo>
                    <a:cubicBezTo>
                      <a:pt x="1656" y="1185"/>
                      <a:pt x="1651" y="950"/>
                      <a:pt x="1605" y="717"/>
                    </a:cubicBezTo>
                    <a:cubicBezTo>
                      <a:pt x="1603" y="706"/>
                      <a:pt x="1586" y="709"/>
                      <a:pt x="1587" y="720"/>
                    </a:cubicBezTo>
                    <a:cubicBezTo>
                      <a:pt x="1616" y="941"/>
                      <a:pt x="1617" y="1168"/>
                      <a:pt x="1588" y="1389"/>
                    </a:cubicBezTo>
                    <a:cubicBezTo>
                      <a:pt x="1488" y="1301"/>
                      <a:pt x="1386" y="1215"/>
                      <a:pt x="1282" y="1132"/>
                    </a:cubicBezTo>
                    <a:cubicBezTo>
                      <a:pt x="1282" y="1123"/>
                      <a:pt x="1281" y="1113"/>
                      <a:pt x="1281" y="1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15"/>
            <p:cNvGrpSpPr/>
            <p:nvPr/>
          </p:nvGrpSpPr>
          <p:grpSpPr>
            <a:xfrm>
              <a:off x="5426565" y="2472810"/>
              <a:ext cx="1408528" cy="1486752"/>
              <a:chOff x="9143990" y="2472810"/>
              <a:chExt cx="1408528" cy="1486752"/>
            </a:xfrm>
          </p:grpSpPr>
          <p:sp>
            <p:nvSpPr>
              <p:cNvPr id="56" name="Google Shape;56;p15"/>
              <p:cNvSpPr/>
              <p:nvPr/>
            </p:nvSpPr>
            <p:spPr>
              <a:xfrm rot="315308">
                <a:off x="9204226" y="2528909"/>
                <a:ext cx="1288056" cy="137455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3214" extrusionOk="0">
                    <a:moveTo>
                      <a:pt x="1814" y="573"/>
                    </a:moveTo>
                    <a:cubicBezTo>
                      <a:pt x="1920" y="759"/>
                      <a:pt x="1842" y="927"/>
                      <a:pt x="2048" y="1033"/>
                    </a:cubicBezTo>
                    <a:cubicBezTo>
                      <a:pt x="2300" y="1161"/>
                      <a:pt x="2525" y="1158"/>
                      <a:pt x="2734" y="1386"/>
                    </a:cubicBezTo>
                    <a:cubicBezTo>
                      <a:pt x="3137" y="1826"/>
                      <a:pt x="3078" y="2447"/>
                      <a:pt x="2709" y="2858"/>
                    </a:cubicBezTo>
                    <a:cubicBezTo>
                      <a:pt x="2658" y="2915"/>
                      <a:pt x="2601" y="2968"/>
                      <a:pt x="2538" y="3016"/>
                    </a:cubicBezTo>
                    <a:cubicBezTo>
                      <a:pt x="2023" y="3408"/>
                      <a:pt x="1453" y="3183"/>
                      <a:pt x="1127" y="2652"/>
                    </a:cubicBezTo>
                    <a:cubicBezTo>
                      <a:pt x="1036" y="2504"/>
                      <a:pt x="1035" y="2284"/>
                      <a:pt x="911" y="2166"/>
                    </a:cubicBezTo>
                    <a:cubicBezTo>
                      <a:pt x="794" y="2054"/>
                      <a:pt x="589" y="2057"/>
                      <a:pt x="504" y="1900"/>
                    </a:cubicBezTo>
                    <a:cubicBezTo>
                      <a:pt x="403" y="1714"/>
                      <a:pt x="563" y="1479"/>
                      <a:pt x="482" y="1294"/>
                    </a:cubicBezTo>
                    <a:cubicBezTo>
                      <a:pt x="416" y="1144"/>
                      <a:pt x="335" y="1212"/>
                      <a:pt x="219" y="1150"/>
                    </a:cubicBezTo>
                    <a:cubicBezTo>
                      <a:pt x="-72" y="995"/>
                      <a:pt x="-8" y="332"/>
                      <a:pt x="47" y="68"/>
                    </a:cubicBezTo>
                    <a:cubicBezTo>
                      <a:pt x="59" y="42"/>
                      <a:pt x="70" y="25"/>
                      <a:pt x="81" y="14"/>
                    </a:cubicBezTo>
                    <a:cubicBezTo>
                      <a:pt x="135" y="-41"/>
                      <a:pt x="181" y="74"/>
                      <a:pt x="237" y="120"/>
                    </a:cubicBezTo>
                    <a:cubicBezTo>
                      <a:pt x="386" y="243"/>
                      <a:pt x="468" y="220"/>
                      <a:pt x="622" y="169"/>
                    </a:cubicBezTo>
                    <a:cubicBezTo>
                      <a:pt x="905" y="74"/>
                      <a:pt x="809" y="330"/>
                      <a:pt x="1049" y="409"/>
                    </a:cubicBezTo>
                    <a:cubicBezTo>
                      <a:pt x="1174" y="451"/>
                      <a:pt x="1274" y="326"/>
                      <a:pt x="1395" y="314"/>
                    </a:cubicBezTo>
                    <a:cubicBezTo>
                      <a:pt x="1568" y="298"/>
                      <a:pt x="1732" y="428"/>
                      <a:pt x="1814" y="5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 rot="315303">
                <a:off x="9245294" y="2574895"/>
                <a:ext cx="1205952" cy="1278327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2989" extrusionOk="0">
                    <a:moveTo>
                      <a:pt x="1281" y="1104"/>
                    </a:moveTo>
                    <a:lnTo>
                      <a:pt x="1279" y="1015"/>
                    </a:lnTo>
                    <a:cubicBezTo>
                      <a:pt x="1278" y="952"/>
                      <a:pt x="1277" y="888"/>
                      <a:pt x="1276" y="825"/>
                    </a:cubicBezTo>
                    <a:cubicBezTo>
                      <a:pt x="1273" y="698"/>
                      <a:pt x="1274" y="571"/>
                      <a:pt x="1261" y="445"/>
                    </a:cubicBezTo>
                    <a:cubicBezTo>
                      <a:pt x="1261" y="437"/>
                      <a:pt x="1250" y="438"/>
                      <a:pt x="1249" y="445"/>
                    </a:cubicBezTo>
                    <a:cubicBezTo>
                      <a:pt x="1242" y="570"/>
                      <a:pt x="1247" y="695"/>
                      <a:pt x="1248" y="820"/>
                    </a:cubicBezTo>
                    <a:cubicBezTo>
                      <a:pt x="1249" y="881"/>
                      <a:pt x="1250" y="943"/>
                      <a:pt x="1251" y="1004"/>
                    </a:cubicBezTo>
                    <a:cubicBezTo>
                      <a:pt x="1251" y="1034"/>
                      <a:pt x="1252" y="1063"/>
                      <a:pt x="1253" y="1093"/>
                    </a:cubicBezTo>
                    <a:cubicBezTo>
                      <a:pt x="1253" y="1098"/>
                      <a:pt x="1252" y="1103"/>
                      <a:pt x="1252" y="1108"/>
                    </a:cubicBezTo>
                    <a:cubicBezTo>
                      <a:pt x="1210" y="1075"/>
                      <a:pt x="1167" y="1041"/>
                      <a:pt x="1123" y="1009"/>
                    </a:cubicBezTo>
                    <a:cubicBezTo>
                      <a:pt x="1052" y="955"/>
                      <a:pt x="981" y="903"/>
                      <a:pt x="909" y="850"/>
                    </a:cubicBezTo>
                    <a:cubicBezTo>
                      <a:pt x="913" y="786"/>
                      <a:pt x="909" y="720"/>
                      <a:pt x="904" y="656"/>
                    </a:cubicBezTo>
                    <a:cubicBezTo>
                      <a:pt x="897" y="568"/>
                      <a:pt x="882" y="484"/>
                      <a:pt x="859" y="399"/>
                    </a:cubicBezTo>
                    <a:cubicBezTo>
                      <a:pt x="857" y="394"/>
                      <a:pt x="849" y="395"/>
                      <a:pt x="849" y="400"/>
                    </a:cubicBezTo>
                    <a:cubicBezTo>
                      <a:pt x="862" y="485"/>
                      <a:pt x="872" y="572"/>
                      <a:pt x="877" y="658"/>
                    </a:cubicBezTo>
                    <a:cubicBezTo>
                      <a:pt x="881" y="715"/>
                      <a:pt x="879" y="771"/>
                      <a:pt x="879" y="828"/>
                    </a:cubicBezTo>
                    <a:cubicBezTo>
                      <a:pt x="784" y="758"/>
                      <a:pt x="689" y="689"/>
                      <a:pt x="595" y="617"/>
                    </a:cubicBezTo>
                    <a:cubicBezTo>
                      <a:pt x="599" y="591"/>
                      <a:pt x="601" y="565"/>
                      <a:pt x="604" y="540"/>
                    </a:cubicBezTo>
                    <a:cubicBezTo>
                      <a:pt x="609" y="501"/>
                      <a:pt x="612" y="463"/>
                      <a:pt x="615" y="424"/>
                    </a:cubicBezTo>
                    <a:cubicBezTo>
                      <a:pt x="620" y="343"/>
                      <a:pt x="619" y="262"/>
                      <a:pt x="614" y="182"/>
                    </a:cubicBezTo>
                    <a:cubicBezTo>
                      <a:pt x="613" y="171"/>
                      <a:pt x="598" y="172"/>
                      <a:pt x="598" y="182"/>
                    </a:cubicBezTo>
                    <a:cubicBezTo>
                      <a:pt x="600" y="262"/>
                      <a:pt x="597" y="342"/>
                      <a:pt x="592" y="421"/>
                    </a:cubicBezTo>
                    <a:cubicBezTo>
                      <a:pt x="589" y="462"/>
                      <a:pt x="585" y="502"/>
                      <a:pt x="580" y="543"/>
                    </a:cubicBezTo>
                    <a:cubicBezTo>
                      <a:pt x="577" y="561"/>
                      <a:pt x="574" y="580"/>
                      <a:pt x="570" y="598"/>
                    </a:cubicBezTo>
                    <a:cubicBezTo>
                      <a:pt x="559" y="590"/>
                      <a:pt x="547" y="581"/>
                      <a:pt x="535" y="572"/>
                    </a:cubicBezTo>
                    <a:cubicBezTo>
                      <a:pt x="498" y="543"/>
                      <a:pt x="461" y="514"/>
                      <a:pt x="424" y="484"/>
                    </a:cubicBezTo>
                    <a:cubicBezTo>
                      <a:pt x="431" y="476"/>
                      <a:pt x="427" y="460"/>
                      <a:pt x="413" y="460"/>
                    </a:cubicBezTo>
                    <a:cubicBezTo>
                      <a:pt x="407" y="459"/>
                      <a:pt x="401" y="459"/>
                      <a:pt x="395" y="459"/>
                    </a:cubicBezTo>
                    <a:cubicBezTo>
                      <a:pt x="394" y="458"/>
                      <a:pt x="394" y="457"/>
                      <a:pt x="393" y="457"/>
                    </a:cubicBezTo>
                    <a:cubicBezTo>
                      <a:pt x="397" y="456"/>
                      <a:pt x="401" y="454"/>
                      <a:pt x="402" y="449"/>
                    </a:cubicBezTo>
                    <a:cubicBezTo>
                      <a:pt x="404" y="439"/>
                      <a:pt x="401" y="429"/>
                      <a:pt x="399" y="419"/>
                    </a:cubicBezTo>
                    <a:cubicBezTo>
                      <a:pt x="398" y="408"/>
                      <a:pt x="396" y="397"/>
                      <a:pt x="395" y="387"/>
                    </a:cubicBezTo>
                    <a:cubicBezTo>
                      <a:pt x="391" y="366"/>
                      <a:pt x="389" y="344"/>
                      <a:pt x="385" y="323"/>
                    </a:cubicBezTo>
                    <a:cubicBezTo>
                      <a:pt x="378" y="281"/>
                      <a:pt x="370" y="240"/>
                      <a:pt x="362" y="198"/>
                    </a:cubicBezTo>
                    <a:cubicBezTo>
                      <a:pt x="361" y="193"/>
                      <a:pt x="353" y="195"/>
                      <a:pt x="353" y="200"/>
                    </a:cubicBezTo>
                    <a:cubicBezTo>
                      <a:pt x="357" y="243"/>
                      <a:pt x="360" y="285"/>
                      <a:pt x="365" y="328"/>
                    </a:cubicBezTo>
                    <a:cubicBezTo>
                      <a:pt x="368" y="349"/>
                      <a:pt x="371" y="371"/>
                      <a:pt x="374" y="392"/>
                    </a:cubicBezTo>
                    <a:cubicBezTo>
                      <a:pt x="375" y="403"/>
                      <a:pt x="377" y="413"/>
                      <a:pt x="378" y="424"/>
                    </a:cubicBezTo>
                    <a:cubicBezTo>
                      <a:pt x="379" y="432"/>
                      <a:pt x="380" y="440"/>
                      <a:pt x="383" y="448"/>
                    </a:cubicBezTo>
                    <a:cubicBezTo>
                      <a:pt x="244" y="327"/>
                      <a:pt x="122" y="186"/>
                      <a:pt x="77" y="3"/>
                    </a:cubicBezTo>
                    <a:cubicBezTo>
                      <a:pt x="75" y="-4"/>
                      <a:pt x="64" y="0"/>
                      <a:pt x="65" y="7"/>
                    </a:cubicBezTo>
                    <a:cubicBezTo>
                      <a:pt x="102" y="184"/>
                      <a:pt x="212" y="331"/>
                      <a:pt x="340" y="456"/>
                    </a:cubicBezTo>
                    <a:cubicBezTo>
                      <a:pt x="295" y="454"/>
                      <a:pt x="249" y="451"/>
                      <a:pt x="204" y="446"/>
                    </a:cubicBezTo>
                    <a:cubicBezTo>
                      <a:pt x="138" y="439"/>
                      <a:pt x="72" y="425"/>
                      <a:pt x="5" y="424"/>
                    </a:cubicBezTo>
                    <a:cubicBezTo>
                      <a:pt x="-2" y="424"/>
                      <a:pt x="-2" y="434"/>
                      <a:pt x="4" y="436"/>
                    </a:cubicBezTo>
                    <a:cubicBezTo>
                      <a:pt x="69" y="460"/>
                      <a:pt x="141" y="466"/>
                      <a:pt x="210" y="473"/>
                    </a:cubicBezTo>
                    <a:cubicBezTo>
                      <a:pt x="263" y="479"/>
                      <a:pt x="316" y="482"/>
                      <a:pt x="370" y="485"/>
                    </a:cubicBezTo>
                    <a:cubicBezTo>
                      <a:pt x="386" y="500"/>
                      <a:pt x="402" y="515"/>
                      <a:pt x="418" y="529"/>
                    </a:cubicBezTo>
                    <a:cubicBezTo>
                      <a:pt x="466" y="571"/>
                      <a:pt x="515" y="612"/>
                      <a:pt x="564" y="652"/>
                    </a:cubicBezTo>
                    <a:cubicBezTo>
                      <a:pt x="564" y="654"/>
                      <a:pt x="563" y="656"/>
                      <a:pt x="563" y="658"/>
                    </a:cubicBezTo>
                    <a:cubicBezTo>
                      <a:pt x="563" y="668"/>
                      <a:pt x="574" y="670"/>
                      <a:pt x="581" y="666"/>
                    </a:cubicBezTo>
                    <a:cubicBezTo>
                      <a:pt x="584" y="669"/>
                      <a:pt x="588" y="672"/>
                      <a:pt x="592" y="675"/>
                    </a:cubicBezTo>
                    <a:cubicBezTo>
                      <a:pt x="430" y="669"/>
                      <a:pt x="267" y="662"/>
                      <a:pt x="105" y="664"/>
                    </a:cubicBezTo>
                    <a:cubicBezTo>
                      <a:pt x="97" y="664"/>
                      <a:pt x="95" y="678"/>
                      <a:pt x="104" y="679"/>
                    </a:cubicBezTo>
                    <a:cubicBezTo>
                      <a:pt x="277" y="693"/>
                      <a:pt x="451" y="697"/>
                      <a:pt x="625" y="702"/>
                    </a:cubicBezTo>
                    <a:cubicBezTo>
                      <a:pt x="645" y="718"/>
                      <a:pt x="665" y="735"/>
                      <a:pt x="685" y="751"/>
                    </a:cubicBezTo>
                    <a:cubicBezTo>
                      <a:pt x="751" y="805"/>
                      <a:pt x="816" y="860"/>
                      <a:pt x="881" y="915"/>
                    </a:cubicBezTo>
                    <a:cubicBezTo>
                      <a:pt x="881" y="915"/>
                      <a:pt x="881" y="916"/>
                      <a:pt x="881" y="917"/>
                    </a:cubicBezTo>
                    <a:cubicBezTo>
                      <a:pt x="881" y="918"/>
                      <a:pt x="881" y="919"/>
                      <a:pt x="882" y="920"/>
                    </a:cubicBezTo>
                    <a:cubicBezTo>
                      <a:pt x="659" y="925"/>
                      <a:pt x="438" y="907"/>
                      <a:pt x="217" y="882"/>
                    </a:cubicBezTo>
                    <a:cubicBezTo>
                      <a:pt x="210" y="881"/>
                      <a:pt x="207" y="892"/>
                      <a:pt x="215" y="894"/>
                    </a:cubicBezTo>
                    <a:cubicBezTo>
                      <a:pt x="445" y="945"/>
                      <a:pt x="684" y="956"/>
                      <a:pt x="919" y="947"/>
                    </a:cubicBezTo>
                    <a:cubicBezTo>
                      <a:pt x="934" y="960"/>
                      <a:pt x="949" y="973"/>
                      <a:pt x="964" y="985"/>
                    </a:cubicBezTo>
                    <a:cubicBezTo>
                      <a:pt x="1052" y="1059"/>
                      <a:pt x="1140" y="1133"/>
                      <a:pt x="1227" y="1206"/>
                    </a:cubicBezTo>
                    <a:cubicBezTo>
                      <a:pt x="1203" y="1209"/>
                      <a:pt x="1179" y="1213"/>
                      <a:pt x="1155" y="1215"/>
                    </a:cubicBezTo>
                    <a:cubicBezTo>
                      <a:pt x="965" y="1230"/>
                      <a:pt x="774" y="1230"/>
                      <a:pt x="584" y="1219"/>
                    </a:cubicBezTo>
                    <a:cubicBezTo>
                      <a:pt x="575" y="1218"/>
                      <a:pt x="574" y="1233"/>
                      <a:pt x="583" y="1234"/>
                    </a:cubicBezTo>
                    <a:cubicBezTo>
                      <a:pt x="702" y="1246"/>
                      <a:pt x="821" y="1253"/>
                      <a:pt x="941" y="1251"/>
                    </a:cubicBezTo>
                    <a:cubicBezTo>
                      <a:pt x="1003" y="1250"/>
                      <a:pt x="1064" y="1247"/>
                      <a:pt x="1126" y="1243"/>
                    </a:cubicBezTo>
                    <a:cubicBezTo>
                      <a:pt x="1154" y="1241"/>
                      <a:pt x="1183" y="1239"/>
                      <a:pt x="1211" y="1237"/>
                    </a:cubicBezTo>
                    <a:cubicBezTo>
                      <a:pt x="1227" y="1235"/>
                      <a:pt x="1242" y="1234"/>
                      <a:pt x="1258" y="1232"/>
                    </a:cubicBezTo>
                    <a:cubicBezTo>
                      <a:pt x="1377" y="1332"/>
                      <a:pt x="1494" y="1434"/>
                      <a:pt x="1609" y="1539"/>
                    </a:cubicBezTo>
                    <a:cubicBezTo>
                      <a:pt x="1595" y="1540"/>
                      <a:pt x="1582" y="1542"/>
                      <a:pt x="1569" y="1543"/>
                    </a:cubicBezTo>
                    <a:cubicBezTo>
                      <a:pt x="1524" y="1545"/>
                      <a:pt x="1479" y="1546"/>
                      <a:pt x="1434" y="1546"/>
                    </a:cubicBezTo>
                    <a:cubicBezTo>
                      <a:pt x="1342" y="1547"/>
                      <a:pt x="1249" y="1545"/>
                      <a:pt x="1157" y="1540"/>
                    </a:cubicBezTo>
                    <a:cubicBezTo>
                      <a:pt x="972" y="1531"/>
                      <a:pt x="787" y="1509"/>
                      <a:pt x="604" y="1477"/>
                    </a:cubicBezTo>
                    <a:cubicBezTo>
                      <a:pt x="594" y="1475"/>
                      <a:pt x="591" y="1491"/>
                      <a:pt x="601" y="1493"/>
                    </a:cubicBezTo>
                    <a:cubicBezTo>
                      <a:pt x="781" y="1530"/>
                      <a:pt x="962" y="1555"/>
                      <a:pt x="1146" y="1566"/>
                    </a:cubicBezTo>
                    <a:cubicBezTo>
                      <a:pt x="1238" y="1572"/>
                      <a:pt x="1331" y="1574"/>
                      <a:pt x="1423" y="1574"/>
                    </a:cubicBezTo>
                    <a:cubicBezTo>
                      <a:pt x="1468" y="1574"/>
                      <a:pt x="1513" y="1573"/>
                      <a:pt x="1559" y="1571"/>
                    </a:cubicBezTo>
                    <a:cubicBezTo>
                      <a:pt x="1583" y="1570"/>
                      <a:pt x="1608" y="1569"/>
                      <a:pt x="1632" y="1567"/>
                    </a:cubicBezTo>
                    <a:cubicBezTo>
                      <a:pt x="1635" y="1567"/>
                      <a:pt x="1638" y="1567"/>
                      <a:pt x="1640" y="1567"/>
                    </a:cubicBezTo>
                    <a:cubicBezTo>
                      <a:pt x="1763" y="1681"/>
                      <a:pt x="1883" y="1799"/>
                      <a:pt x="1996" y="1923"/>
                    </a:cubicBezTo>
                    <a:cubicBezTo>
                      <a:pt x="1964" y="1922"/>
                      <a:pt x="1932" y="1923"/>
                      <a:pt x="1901" y="1922"/>
                    </a:cubicBezTo>
                    <a:cubicBezTo>
                      <a:pt x="1848" y="1921"/>
                      <a:pt x="1796" y="1919"/>
                      <a:pt x="1743" y="1916"/>
                    </a:cubicBezTo>
                    <a:cubicBezTo>
                      <a:pt x="1636" y="1911"/>
                      <a:pt x="1530" y="1904"/>
                      <a:pt x="1424" y="1895"/>
                    </a:cubicBezTo>
                    <a:cubicBezTo>
                      <a:pt x="1215" y="1876"/>
                      <a:pt x="1007" y="1853"/>
                      <a:pt x="800" y="1823"/>
                    </a:cubicBezTo>
                    <a:cubicBezTo>
                      <a:pt x="794" y="1822"/>
                      <a:pt x="792" y="1831"/>
                      <a:pt x="798" y="1832"/>
                    </a:cubicBezTo>
                    <a:cubicBezTo>
                      <a:pt x="1005" y="1872"/>
                      <a:pt x="1214" y="1903"/>
                      <a:pt x="1424" y="1922"/>
                    </a:cubicBezTo>
                    <a:cubicBezTo>
                      <a:pt x="1527" y="1931"/>
                      <a:pt x="1629" y="1938"/>
                      <a:pt x="1732" y="1943"/>
                    </a:cubicBezTo>
                    <a:cubicBezTo>
                      <a:pt x="1782" y="1946"/>
                      <a:pt x="1833" y="1948"/>
                      <a:pt x="1884" y="1950"/>
                    </a:cubicBezTo>
                    <a:cubicBezTo>
                      <a:pt x="1929" y="1951"/>
                      <a:pt x="1977" y="1955"/>
                      <a:pt x="2023" y="1953"/>
                    </a:cubicBezTo>
                    <a:cubicBezTo>
                      <a:pt x="2030" y="1961"/>
                      <a:pt x="2038" y="1969"/>
                      <a:pt x="2045" y="1977"/>
                    </a:cubicBezTo>
                    <a:cubicBezTo>
                      <a:pt x="2128" y="2071"/>
                      <a:pt x="2206" y="2170"/>
                      <a:pt x="2281" y="2271"/>
                    </a:cubicBezTo>
                    <a:cubicBezTo>
                      <a:pt x="2229" y="2269"/>
                      <a:pt x="2175" y="2272"/>
                      <a:pt x="2123" y="2271"/>
                    </a:cubicBezTo>
                    <a:cubicBezTo>
                      <a:pt x="2064" y="2270"/>
                      <a:pt x="2006" y="2268"/>
                      <a:pt x="1948" y="2265"/>
                    </a:cubicBezTo>
                    <a:cubicBezTo>
                      <a:pt x="1707" y="2253"/>
                      <a:pt x="1467" y="2225"/>
                      <a:pt x="1229" y="2187"/>
                    </a:cubicBezTo>
                    <a:cubicBezTo>
                      <a:pt x="1224" y="2186"/>
                      <a:pt x="1223" y="2193"/>
                      <a:pt x="1228" y="2194"/>
                    </a:cubicBezTo>
                    <a:cubicBezTo>
                      <a:pt x="1409" y="2236"/>
                      <a:pt x="1592" y="2266"/>
                      <a:pt x="1777" y="2282"/>
                    </a:cubicBezTo>
                    <a:cubicBezTo>
                      <a:pt x="1865" y="2290"/>
                      <a:pt x="1954" y="2295"/>
                      <a:pt x="2043" y="2298"/>
                    </a:cubicBezTo>
                    <a:cubicBezTo>
                      <a:pt x="2089" y="2300"/>
                      <a:pt x="2135" y="2301"/>
                      <a:pt x="2181" y="2301"/>
                    </a:cubicBezTo>
                    <a:cubicBezTo>
                      <a:pt x="2204" y="2301"/>
                      <a:pt x="2226" y="2301"/>
                      <a:pt x="2249" y="2301"/>
                    </a:cubicBezTo>
                    <a:cubicBezTo>
                      <a:pt x="2262" y="2301"/>
                      <a:pt x="2275" y="2301"/>
                      <a:pt x="2287" y="2301"/>
                    </a:cubicBezTo>
                    <a:cubicBezTo>
                      <a:pt x="2292" y="2301"/>
                      <a:pt x="2297" y="2302"/>
                      <a:pt x="2303" y="2302"/>
                    </a:cubicBezTo>
                    <a:lnTo>
                      <a:pt x="2304" y="2302"/>
                    </a:lnTo>
                    <a:cubicBezTo>
                      <a:pt x="2307" y="2303"/>
                      <a:pt x="2315" y="2317"/>
                      <a:pt x="2317" y="2319"/>
                    </a:cubicBezTo>
                    <a:cubicBezTo>
                      <a:pt x="2321" y="2326"/>
                      <a:pt x="2326" y="2332"/>
                      <a:pt x="2331" y="2339"/>
                    </a:cubicBezTo>
                    <a:cubicBezTo>
                      <a:pt x="2340" y="2352"/>
                      <a:pt x="2350" y="2366"/>
                      <a:pt x="2359" y="2379"/>
                    </a:cubicBezTo>
                    <a:cubicBezTo>
                      <a:pt x="2378" y="2405"/>
                      <a:pt x="2397" y="2432"/>
                      <a:pt x="2416" y="2458"/>
                    </a:cubicBezTo>
                    <a:cubicBezTo>
                      <a:pt x="2422" y="2468"/>
                      <a:pt x="2429" y="2477"/>
                      <a:pt x="2436" y="2486"/>
                    </a:cubicBezTo>
                    <a:cubicBezTo>
                      <a:pt x="2421" y="2492"/>
                      <a:pt x="2406" y="2498"/>
                      <a:pt x="2390" y="2503"/>
                    </a:cubicBezTo>
                    <a:cubicBezTo>
                      <a:pt x="2357" y="2514"/>
                      <a:pt x="2323" y="2520"/>
                      <a:pt x="2289" y="2525"/>
                    </a:cubicBezTo>
                    <a:cubicBezTo>
                      <a:pt x="2223" y="2535"/>
                      <a:pt x="2155" y="2536"/>
                      <a:pt x="2088" y="2538"/>
                    </a:cubicBezTo>
                    <a:cubicBezTo>
                      <a:pt x="1925" y="2542"/>
                      <a:pt x="1761" y="2547"/>
                      <a:pt x="1598" y="2554"/>
                    </a:cubicBezTo>
                    <a:cubicBezTo>
                      <a:pt x="1592" y="2554"/>
                      <a:pt x="1592" y="2563"/>
                      <a:pt x="1599" y="2563"/>
                    </a:cubicBezTo>
                    <a:cubicBezTo>
                      <a:pt x="1768" y="2564"/>
                      <a:pt x="1938" y="2564"/>
                      <a:pt x="2107" y="2562"/>
                    </a:cubicBezTo>
                    <a:cubicBezTo>
                      <a:pt x="2174" y="2562"/>
                      <a:pt x="2241" y="2560"/>
                      <a:pt x="2307" y="2550"/>
                    </a:cubicBezTo>
                    <a:cubicBezTo>
                      <a:pt x="2350" y="2543"/>
                      <a:pt x="2412" y="2534"/>
                      <a:pt x="2453" y="2508"/>
                    </a:cubicBezTo>
                    <a:cubicBezTo>
                      <a:pt x="2460" y="2517"/>
                      <a:pt x="2468" y="2526"/>
                      <a:pt x="2474" y="2536"/>
                    </a:cubicBezTo>
                    <a:cubicBezTo>
                      <a:pt x="2494" y="2565"/>
                      <a:pt x="2768" y="2958"/>
                      <a:pt x="2791" y="2984"/>
                    </a:cubicBezTo>
                    <a:cubicBezTo>
                      <a:pt x="2803" y="2997"/>
                      <a:pt x="2823" y="2981"/>
                      <a:pt x="2819" y="2966"/>
                    </a:cubicBezTo>
                    <a:cubicBezTo>
                      <a:pt x="2803" y="2909"/>
                      <a:pt x="2517" y="2489"/>
                      <a:pt x="2492" y="2435"/>
                    </a:cubicBezTo>
                    <a:cubicBezTo>
                      <a:pt x="2487" y="2424"/>
                      <a:pt x="2481" y="2412"/>
                      <a:pt x="2474" y="2401"/>
                    </a:cubicBezTo>
                    <a:cubicBezTo>
                      <a:pt x="2523" y="2282"/>
                      <a:pt x="2556" y="2153"/>
                      <a:pt x="2584" y="2029"/>
                    </a:cubicBezTo>
                    <a:cubicBezTo>
                      <a:pt x="2616" y="1885"/>
                      <a:pt x="2632" y="1737"/>
                      <a:pt x="2638" y="1590"/>
                    </a:cubicBezTo>
                    <a:cubicBezTo>
                      <a:pt x="2638" y="1582"/>
                      <a:pt x="2625" y="1581"/>
                      <a:pt x="2624" y="1589"/>
                    </a:cubicBezTo>
                    <a:cubicBezTo>
                      <a:pt x="2613" y="1735"/>
                      <a:pt x="2589" y="1880"/>
                      <a:pt x="2557" y="2023"/>
                    </a:cubicBezTo>
                    <a:cubicBezTo>
                      <a:pt x="2531" y="2141"/>
                      <a:pt x="2493" y="2252"/>
                      <a:pt x="2454" y="2365"/>
                    </a:cubicBezTo>
                    <a:cubicBezTo>
                      <a:pt x="2437" y="2336"/>
                      <a:pt x="2418" y="2307"/>
                      <a:pt x="2400" y="2280"/>
                    </a:cubicBezTo>
                    <a:cubicBezTo>
                      <a:pt x="2371" y="2237"/>
                      <a:pt x="2342" y="2195"/>
                      <a:pt x="2311" y="2154"/>
                    </a:cubicBezTo>
                    <a:cubicBezTo>
                      <a:pt x="2326" y="2097"/>
                      <a:pt x="2333" y="2037"/>
                      <a:pt x="2342" y="1979"/>
                    </a:cubicBezTo>
                    <a:cubicBezTo>
                      <a:pt x="2353" y="1907"/>
                      <a:pt x="2363" y="1834"/>
                      <a:pt x="2372" y="1762"/>
                    </a:cubicBezTo>
                    <a:cubicBezTo>
                      <a:pt x="2388" y="1621"/>
                      <a:pt x="2399" y="1481"/>
                      <a:pt x="2403" y="1340"/>
                    </a:cubicBezTo>
                    <a:cubicBezTo>
                      <a:pt x="2404" y="1330"/>
                      <a:pt x="2388" y="1331"/>
                      <a:pt x="2388" y="1341"/>
                    </a:cubicBezTo>
                    <a:cubicBezTo>
                      <a:pt x="2376" y="1486"/>
                      <a:pt x="2363" y="1631"/>
                      <a:pt x="2344" y="1776"/>
                    </a:cubicBezTo>
                    <a:cubicBezTo>
                      <a:pt x="2336" y="1844"/>
                      <a:pt x="2326" y="1912"/>
                      <a:pt x="2315" y="1980"/>
                    </a:cubicBezTo>
                    <a:cubicBezTo>
                      <a:pt x="2307" y="2028"/>
                      <a:pt x="2296" y="2076"/>
                      <a:pt x="2289" y="2125"/>
                    </a:cubicBezTo>
                    <a:cubicBezTo>
                      <a:pt x="2256" y="2082"/>
                      <a:pt x="2223" y="2039"/>
                      <a:pt x="2188" y="1997"/>
                    </a:cubicBezTo>
                    <a:cubicBezTo>
                      <a:pt x="2139" y="1939"/>
                      <a:pt x="2089" y="1882"/>
                      <a:pt x="2038" y="1827"/>
                    </a:cubicBezTo>
                    <a:cubicBezTo>
                      <a:pt x="2039" y="1777"/>
                      <a:pt x="2034" y="1727"/>
                      <a:pt x="2034" y="1678"/>
                    </a:cubicBezTo>
                    <a:cubicBezTo>
                      <a:pt x="2033" y="1621"/>
                      <a:pt x="2033" y="1563"/>
                      <a:pt x="2033" y="1506"/>
                    </a:cubicBezTo>
                    <a:cubicBezTo>
                      <a:pt x="2035" y="1389"/>
                      <a:pt x="2044" y="1272"/>
                      <a:pt x="2045" y="1155"/>
                    </a:cubicBezTo>
                    <a:cubicBezTo>
                      <a:pt x="2046" y="1148"/>
                      <a:pt x="2034" y="1147"/>
                      <a:pt x="2032" y="1154"/>
                    </a:cubicBezTo>
                    <a:cubicBezTo>
                      <a:pt x="2013" y="1268"/>
                      <a:pt x="2009" y="1386"/>
                      <a:pt x="2005" y="1501"/>
                    </a:cubicBezTo>
                    <a:cubicBezTo>
                      <a:pt x="2003" y="1561"/>
                      <a:pt x="2002" y="1620"/>
                      <a:pt x="2002" y="1680"/>
                    </a:cubicBezTo>
                    <a:cubicBezTo>
                      <a:pt x="2002" y="1715"/>
                      <a:pt x="2001" y="1752"/>
                      <a:pt x="2002" y="1788"/>
                    </a:cubicBezTo>
                    <a:cubicBezTo>
                      <a:pt x="1900" y="1680"/>
                      <a:pt x="1794" y="1576"/>
                      <a:pt x="1684" y="1475"/>
                    </a:cubicBezTo>
                    <a:cubicBezTo>
                      <a:pt x="1663" y="1457"/>
                      <a:pt x="1642" y="1438"/>
                      <a:pt x="1622" y="1420"/>
                    </a:cubicBezTo>
                    <a:cubicBezTo>
                      <a:pt x="1656" y="1185"/>
                      <a:pt x="1651" y="950"/>
                      <a:pt x="1605" y="717"/>
                    </a:cubicBezTo>
                    <a:cubicBezTo>
                      <a:pt x="1603" y="706"/>
                      <a:pt x="1586" y="709"/>
                      <a:pt x="1587" y="720"/>
                    </a:cubicBezTo>
                    <a:cubicBezTo>
                      <a:pt x="1616" y="941"/>
                      <a:pt x="1617" y="1168"/>
                      <a:pt x="1588" y="1389"/>
                    </a:cubicBezTo>
                    <a:cubicBezTo>
                      <a:pt x="1488" y="1301"/>
                      <a:pt x="1386" y="1215"/>
                      <a:pt x="1282" y="1132"/>
                    </a:cubicBezTo>
                    <a:cubicBezTo>
                      <a:pt x="1282" y="1123"/>
                      <a:pt x="1281" y="1113"/>
                      <a:pt x="1281" y="1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15"/>
            <p:cNvGrpSpPr/>
            <p:nvPr/>
          </p:nvGrpSpPr>
          <p:grpSpPr>
            <a:xfrm>
              <a:off x="5593660" y="3870653"/>
              <a:ext cx="299533" cy="196301"/>
              <a:chOff x="10131710" y="3870653"/>
              <a:chExt cx="299533" cy="196301"/>
            </a:xfrm>
          </p:grpSpPr>
          <p:sp>
            <p:nvSpPr>
              <p:cNvPr id="59" name="Google Shape;59;p15"/>
              <p:cNvSpPr/>
              <p:nvPr/>
            </p:nvSpPr>
            <p:spPr>
              <a:xfrm rot="721836">
                <a:off x="10143475" y="3897857"/>
                <a:ext cx="276003" cy="141893"/>
              </a:xfrm>
              <a:custGeom>
                <a:avLst/>
                <a:gdLst/>
                <a:ahLst/>
                <a:cxnLst/>
                <a:rect l="l" t="t" r="r" b="b"/>
                <a:pathLst>
                  <a:path w="778" h="400" extrusionOk="0">
                    <a:moveTo>
                      <a:pt x="778" y="162"/>
                    </a:moveTo>
                    <a:cubicBezTo>
                      <a:pt x="781" y="214"/>
                      <a:pt x="719" y="244"/>
                      <a:pt x="671" y="276"/>
                    </a:cubicBezTo>
                    <a:cubicBezTo>
                      <a:pt x="533" y="367"/>
                      <a:pt x="353" y="440"/>
                      <a:pt x="187" y="374"/>
                    </a:cubicBezTo>
                    <a:cubicBezTo>
                      <a:pt x="98" y="338"/>
                      <a:pt x="-7" y="260"/>
                      <a:pt x="0" y="147"/>
                    </a:cubicBezTo>
                    <a:cubicBezTo>
                      <a:pt x="8" y="135"/>
                      <a:pt x="17" y="123"/>
                      <a:pt x="29" y="113"/>
                    </a:cubicBezTo>
                    <a:cubicBezTo>
                      <a:pt x="145" y="0"/>
                      <a:pt x="422" y="-18"/>
                      <a:pt x="562" y="14"/>
                    </a:cubicBezTo>
                    <a:cubicBezTo>
                      <a:pt x="621" y="28"/>
                      <a:pt x="729" y="59"/>
                      <a:pt x="763" y="117"/>
                    </a:cubicBezTo>
                    <a:cubicBezTo>
                      <a:pt x="773" y="134"/>
                      <a:pt x="778" y="149"/>
                      <a:pt x="778" y="1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 rot="721836">
                <a:off x="10139295" y="3937501"/>
                <a:ext cx="276003" cy="101808"/>
              </a:xfrm>
              <a:custGeom>
                <a:avLst/>
                <a:gdLst/>
                <a:ahLst/>
                <a:cxnLst/>
                <a:rect l="l" t="t" r="r" b="b"/>
                <a:pathLst>
                  <a:path w="778" h="287" extrusionOk="0">
                    <a:moveTo>
                      <a:pt x="778" y="49"/>
                    </a:moveTo>
                    <a:cubicBezTo>
                      <a:pt x="781" y="101"/>
                      <a:pt x="719" y="131"/>
                      <a:pt x="671" y="163"/>
                    </a:cubicBezTo>
                    <a:cubicBezTo>
                      <a:pt x="533" y="254"/>
                      <a:pt x="353" y="327"/>
                      <a:pt x="187" y="261"/>
                    </a:cubicBezTo>
                    <a:cubicBezTo>
                      <a:pt x="98" y="225"/>
                      <a:pt x="-7" y="147"/>
                      <a:pt x="0" y="34"/>
                    </a:cubicBezTo>
                    <a:cubicBezTo>
                      <a:pt x="8" y="22"/>
                      <a:pt x="17" y="10"/>
                      <a:pt x="29" y="0"/>
                    </a:cubicBezTo>
                    <a:cubicBezTo>
                      <a:pt x="72" y="77"/>
                      <a:pt x="162" y="125"/>
                      <a:pt x="279" y="141"/>
                    </a:cubicBezTo>
                    <a:cubicBezTo>
                      <a:pt x="381" y="154"/>
                      <a:pt x="513" y="145"/>
                      <a:pt x="613" y="121"/>
                    </a:cubicBezTo>
                    <a:cubicBezTo>
                      <a:pt x="637" y="115"/>
                      <a:pt x="710" y="76"/>
                      <a:pt x="778" y="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 rot="721836">
                <a:off x="10200289" y="3918214"/>
                <a:ext cx="173832" cy="37247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05" extrusionOk="0">
                    <a:moveTo>
                      <a:pt x="489" y="89"/>
                    </a:moveTo>
                    <a:cubicBezTo>
                      <a:pt x="469" y="55"/>
                      <a:pt x="417" y="40"/>
                      <a:pt x="380" y="36"/>
                    </a:cubicBezTo>
                    <a:cubicBezTo>
                      <a:pt x="335" y="30"/>
                      <a:pt x="287" y="47"/>
                      <a:pt x="245" y="29"/>
                    </a:cubicBezTo>
                    <a:cubicBezTo>
                      <a:pt x="207" y="13"/>
                      <a:pt x="173" y="-8"/>
                      <a:pt x="131" y="3"/>
                    </a:cubicBezTo>
                    <a:cubicBezTo>
                      <a:pt x="93" y="12"/>
                      <a:pt x="48" y="51"/>
                      <a:pt x="8" y="33"/>
                    </a:cubicBezTo>
                    <a:cubicBezTo>
                      <a:pt x="3" y="31"/>
                      <a:pt x="-3" y="37"/>
                      <a:pt x="1" y="41"/>
                    </a:cubicBezTo>
                    <a:cubicBezTo>
                      <a:pt x="28" y="66"/>
                      <a:pt x="60" y="58"/>
                      <a:pt x="91" y="49"/>
                    </a:cubicBezTo>
                    <a:cubicBezTo>
                      <a:pt x="111" y="44"/>
                      <a:pt x="131" y="37"/>
                      <a:pt x="152" y="39"/>
                    </a:cubicBezTo>
                    <a:cubicBezTo>
                      <a:pt x="174" y="41"/>
                      <a:pt x="195" y="55"/>
                      <a:pt x="215" y="65"/>
                    </a:cubicBezTo>
                    <a:cubicBezTo>
                      <a:pt x="233" y="73"/>
                      <a:pt x="252" y="81"/>
                      <a:pt x="272" y="83"/>
                    </a:cubicBezTo>
                    <a:cubicBezTo>
                      <a:pt x="296" y="85"/>
                      <a:pt x="316" y="77"/>
                      <a:pt x="339" y="71"/>
                    </a:cubicBezTo>
                    <a:cubicBezTo>
                      <a:pt x="363" y="66"/>
                      <a:pt x="389" y="69"/>
                      <a:pt x="412" y="76"/>
                    </a:cubicBezTo>
                    <a:cubicBezTo>
                      <a:pt x="436" y="82"/>
                      <a:pt x="455" y="97"/>
                      <a:pt x="478" y="104"/>
                    </a:cubicBezTo>
                    <a:cubicBezTo>
                      <a:pt x="486" y="107"/>
                      <a:pt x="494" y="97"/>
                      <a:pt x="489" y="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 rot="721836">
                <a:off x="10204701" y="3927732"/>
                <a:ext cx="157159" cy="22703"/>
              </a:xfrm>
              <a:custGeom>
                <a:avLst/>
                <a:gdLst/>
                <a:ahLst/>
                <a:cxnLst/>
                <a:rect l="l" t="t" r="r" b="b"/>
                <a:pathLst>
                  <a:path w="443" h="64" extrusionOk="0">
                    <a:moveTo>
                      <a:pt x="442" y="57"/>
                    </a:moveTo>
                    <a:cubicBezTo>
                      <a:pt x="418" y="32"/>
                      <a:pt x="371" y="28"/>
                      <a:pt x="338" y="30"/>
                    </a:cubicBezTo>
                    <a:cubicBezTo>
                      <a:pt x="293" y="34"/>
                      <a:pt x="252" y="53"/>
                      <a:pt x="207" y="34"/>
                    </a:cubicBezTo>
                    <a:cubicBezTo>
                      <a:pt x="178" y="21"/>
                      <a:pt x="151" y="1"/>
                      <a:pt x="119" y="0"/>
                    </a:cubicBezTo>
                    <a:cubicBezTo>
                      <a:pt x="78" y="-2"/>
                      <a:pt x="44" y="32"/>
                      <a:pt x="3" y="26"/>
                    </a:cubicBezTo>
                    <a:cubicBezTo>
                      <a:pt x="0" y="26"/>
                      <a:pt x="-2" y="31"/>
                      <a:pt x="2" y="32"/>
                    </a:cubicBezTo>
                    <a:cubicBezTo>
                      <a:pt x="36" y="41"/>
                      <a:pt x="64" y="23"/>
                      <a:pt x="97" y="16"/>
                    </a:cubicBezTo>
                    <a:cubicBezTo>
                      <a:pt x="138" y="8"/>
                      <a:pt x="169" y="34"/>
                      <a:pt x="204" y="49"/>
                    </a:cubicBezTo>
                    <a:cubicBezTo>
                      <a:pt x="238" y="63"/>
                      <a:pt x="270" y="58"/>
                      <a:pt x="305" y="51"/>
                    </a:cubicBezTo>
                    <a:cubicBezTo>
                      <a:pt x="328" y="46"/>
                      <a:pt x="351" y="43"/>
                      <a:pt x="375" y="47"/>
                    </a:cubicBezTo>
                    <a:cubicBezTo>
                      <a:pt x="397" y="50"/>
                      <a:pt x="417" y="60"/>
                      <a:pt x="439" y="64"/>
                    </a:cubicBezTo>
                    <a:cubicBezTo>
                      <a:pt x="442" y="64"/>
                      <a:pt x="445" y="60"/>
                      <a:pt x="442" y="5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 rot="721836">
                <a:off x="10268038" y="3955669"/>
                <a:ext cx="65985" cy="9578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7" extrusionOk="0">
                    <a:moveTo>
                      <a:pt x="185" y="6"/>
                    </a:moveTo>
                    <a:cubicBezTo>
                      <a:pt x="156" y="-6"/>
                      <a:pt x="122" y="2"/>
                      <a:pt x="92" y="8"/>
                    </a:cubicBezTo>
                    <a:cubicBezTo>
                      <a:pt x="62" y="14"/>
                      <a:pt x="31" y="22"/>
                      <a:pt x="2" y="9"/>
                    </a:cubicBezTo>
                    <a:cubicBezTo>
                      <a:pt x="1" y="9"/>
                      <a:pt x="0" y="10"/>
                      <a:pt x="1" y="11"/>
                    </a:cubicBezTo>
                    <a:cubicBezTo>
                      <a:pt x="24" y="30"/>
                      <a:pt x="54" y="28"/>
                      <a:pt x="82" y="23"/>
                    </a:cubicBezTo>
                    <a:cubicBezTo>
                      <a:pt x="99" y="20"/>
                      <a:pt x="115" y="16"/>
                      <a:pt x="133" y="15"/>
                    </a:cubicBezTo>
                    <a:cubicBezTo>
                      <a:pt x="151" y="13"/>
                      <a:pt x="168" y="14"/>
                      <a:pt x="185" y="9"/>
                    </a:cubicBezTo>
                    <a:cubicBezTo>
                      <a:pt x="187" y="8"/>
                      <a:pt x="187" y="6"/>
                      <a:pt x="185" y="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64;p15"/>
            <p:cNvSpPr/>
            <p:nvPr/>
          </p:nvSpPr>
          <p:spPr>
            <a:xfrm>
              <a:off x="7315495" y="1763436"/>
              <a:ext cx="886033" cy="2054309"/>
            </a:xfrm>
            <a:custGeom>
              <a:avLst/>
              <a:gdLst/>
              <a:ahLst/>
              <a:cxnLst/>
              <a:rect l="l" t="t" r="r" b="b"/>
              <a:pathLst>
                <a:path w="2728" h="6325" extrusionOk="0">
                  <a:moveTo>
                    <a:pt x="0" y="6201"/>
                  </a:moveTo>
                  <a:cubicBezTo>
                    <a:pt x="0" y="6023"/>
                    <a:pt x="0" y="5845"/>
                    <a:pt x="0" y="5666"/>
                  </a:cubicBezTo>
                  <a:cubicBezTo>
                    <a:pt x="441" y="5598"/>
                    <a:pt x="407" y="5047"/>
                    <a:pt x="576" y="4639"/>
                  </a:cubicBezTo>
                  <a:cubicBezTo>
                    <a:pt x="920" y="3807"/>
                    <a:pt x="1817" y="3461"/>
                    <a:pt x="2143" y="2621"/>
                  </a:cubicBezTo>
                  <a:cubicBezTo>
                    <a:pt x="2381" y="2006"/>
                    <a:pt x="2310" y="871"/>
                    <a:pt x="1624" y="550"/>
                  </a:cubicBezTo>
                  <a:cubicBezTo>
                    <a:pt x="1364" y="429"/>
                    <a:pt x="1074" y="490"/>
                    <a:pt x="842" y="643"/>
                  </a:cubicBezTo>
                  <a:cubicBezTo>
                    <a:pt x="731" y="716"/>
                    <a:pt x="611" y="784"/>
                    <a:pt x="481" y="792"/>
                  </a:cubicBezTo>
                  <a:cubicBezTo>
                    <a:pt x="76" y="818"/>
                    <a:pt x="191" y="438"/>
                    <a:pt x="267" y="180"/>
                  </a:cubicBezTo>
                  <a:cubicBezTo>
                    <a:pt x="454" y="339"/>
                    <a:pt x="639" y="202"/>
                    <a:pt x="835" y="112"/>
                  </a:cubicBezTo>
                  <a:cubicBezTo>
                    <a:pt x="1195" y="-55"/>
                    <a:pt x="1649" y="-39"/>
                    <a:pt x="1978" y="193"/>
                  </a:cubicBezTo>
                  <a:cubicBezTo>
                    <a:pt x="2230" y="370"/>
                    <a:pt x="2406" y="639"/>
                    <a:pt x="2526" y="924"/>
                  </a:cubicBezTo>
                  <a:cubicBezTo>
                    <a:pt x="2741" y="1435"/>
                    <a:pt x="2783" y="2016"/>
                    <a:pt x="2655" y="2554"/>
                  </a:cubicBezTo>
                  <a:cubicBezTo>
                    <a:pt x="2517" y="3134"/>
                    <a:pt x="2173" y="3572"/>
                    <a:pt x="1808" y="4025"/>
                  </a:cubicBezTo>
                  <a:cubicBezTo>
                    <a:pt x="1541" y="4356"/>
                    <a:pt x="1174" y="4589"/>
                    <a:pt x="1002" y="5037"/>
                  </a:cubicBezTo>
                  <a:cubicBezTo>
                    <a:pt x="862" y="5402"/>
                    <a:pt x="755" y="5914"/>
                    <a:pt x="511" y="6170"/>
                  </a:cubicBezTo>
                  <a:cubicBezTo>
                    <a:pt x="368" y="6320"/>
                    <a:pt x="171" y="6365"/>
                    <a:pt x="0" y="6286"/>
                  </a:cubicBezTo>
                  <a:cubicBezTo>
                    <a:pt x="0" y="6258"/>
                    <a:pt x="0" y="6229"/>
                    <a:pt x="0" y="6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7315495" y="1830018"/>
              <a:ext cx="822698" cy="1972462"/>
            </a:xfrm>
            <a:custGeom>
              <a:avLst/>
              <a:gdLst/>
              <a:ahLst/>
              <a:cxnLst/>
              <a:rect l="l" t="t" r="r" b="b"/>
              <a:pathLst>
                <a:path w="2533" h="6073" extrusionOk="0">
                  <a:moveTo>
                    <a:pt x="2056" y="311"/>
                  </a:moveTo>
                  <a:cubicBezTo>
                    <a:pt x="1994" y="240"/>
                    <a:pt x="1924" y="178"/>
                    <a:pt x="1845" y="127"/>
                  </a:cubicBezTo>
                  <a:cubicBezTo>
                    <a:pt x="1401" y="-162"/>
                    <a:pt x="977" y="107"/>
                    <a:pt x="572" y="309"/>
                  </a:cubicBezTo>
                  <a:cubicBezTo>
                    <a:pt x="458" y="366"/>
                    <a:pt x="325" y="406"/>
                    <a:pt x="197" y="413"/>
                  </a:cubicBezTo>
                  <a:cubicBezTo>
                    <a:pt x="217" y="524"/>
                    <a:pt x="293" y="600"/>
                    <a:pt x="481" y="587"/>
                  </a:cubicBezTo>
                  <a:cubicBezTo>
                    <a:pt x="611" y="579"/>
                    <a:pt x="731" y="511"/>
                    <a:pt x="842" y="438"/>
                  </a:cubicBezTo>
                  <a:cubicBezTo>
                    <a:pt x="1074" y="285"/>
                    <a:pt x="1364" y="224"/>
                    <a:pt x="1624" y="345"/>
                  </a:cubicBezTo>
                  <a:cubicBezTo>
                    <a:pt x="2310" y="666"/>
                    <a:pt x="2381" y="1801"/>
                    <a:pt x="2143" y="2416"/>
                  </a:cubicBezTo>
                  <a:cubicBezTo>
                    <a:pt x="1817" y="3256"/>
                    <a:pt x="920" y="3602"/>
                    <a:pt x="576" y="4434"/>
                  </a:cubicBezTo>
                  <a:cubicBezTo>
                    <a:pt x="407" y="4842"/>
                    <a:pt x="441" y="5393"/>
                    <a:pt x="0" y="5461"/>
                  </a:cubicBezTo>
                  <a:cubicBezTo>
                    <a:pt x="0" y="5588"/>
                    <a:pt x="0" y="5945"/>
                    <a:pt x="0" y="6072"/>
                  </a:cubicBezTo>
                  <a:cubicBezTo>
                    <a:pt x="675" y="6097"/>
                    <a:pt x="671" y="5210"/>
                    <a:pt x="944" y="4514"/>
                  </a:cubicBezTo>
                  <a:cubicBezTo>
                    <a:pt x="963" y="4465"/>
                    <a:pt x="985" y="4417"/>
                    <a:pt x="1008" y="4369"/>
                  </a:cubicBezTo>
                  <a:cubicBezTo>
                    <a:pt x="1294" y="3785"/>
                    <a:pt x="1834" y="3394"/>
                    <a:pt x="2196" y="2865"/>
                  </a:cubicBezTo>
                  <a:cubicBezTo>
                    <a:pt x="2623" y="2240"/>
                    <a:pt x="2620" y="1435"/>
                    <a:pt x="2323" y="750"/>
                  </a:cubicBezTo>
                  <a:cubicBezTo>
                    <a:pt x="2255" y="592"/>
                    <a:pt x="2169" y="439"/>
                    <a:pt x="2056" y="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898428" y="1313599"/>
              <a:ext cx="1539516" cy="2229051"/>
            </a:xfrm>
            <a:custGeom>
              <a:avLst/>
              <a:gdLst/>
              <a:ahLst/>
              <a:cxnLst/>
              <a:rect l="l" t="t" r="r" b="b"/>
              <a:pathLst>
                <a:path w="4740" h="6863" extrusionOk="0">
                  <a:moveTo>
                    <a:pt x="1119" y="6753"/>
                  </a:moveTo>
                  <a:cubicBezTo>
                    <a:pt x="870" y="6665"/>
                    <a:pt x="800" y="6421"/>
                    <a:pt x="810" y="6174"/>
                  </a:cubicBezTo>
                  <a:cubicBezTo>
                    <a:pt x="824" y="5823"/>
                    <a:pt x="836" y="5462"/>
                    <a:pt x="820" y="5108"/>
                  </a:cubicBezTo>
                  <a:cubicBezTo>
                    <a:pt x="800" y="4672"/>
                    <a:pt x="818" y="4231"/>
                    <a:pt x="798" y="3792"/>
                  </a:cubicBezTo>
                  <a:cubicBezTo>
                    <a:pt x="779" y="3395"/>
                    <a:pt x="804" y="2997"/>
                    <a:pt x="785" y="2599"/>
                  </a:cubicBezTo>
                  <a:cubicBezTo>
                    <a:pt x="774" y="2374"/>
                    <a:pt x="759" y="2147"/>
                    <a:pt x="746" y="1921"/>
                  </a:cubicBezTo>
                  <a:cubicBezTo>
                    <a:pt x="738" y="1780"/>
                    <a:pt x="684" y="1623"/>
                    <a:pt x="694" y="1484"/>
                  </a:cubicBezTo>
                  <a:cubicBezTo>
                    <a:pt x="718" y="1181"/>
                    <a:pt x="544" y="974"/>
                    <a:pt x="391" y="731"/>
                  </a:cubicBezTo>
                  <a:cubicBezTo>
                    <a:pt x="284" y="561"/>
                    <a:pt x="106" y="461"/>
                    <a:pt x="0" y="301"/>
                  </a:cubicBezTo>
                  <a:cubicBezTo>
                    <a:pt x="121" y="130"/>
                    <a:pt x="390" y="40"/>
                    <a:pt x="579" y="6"/>
                  </a:cubicBezTo>
                  <a:cubicBezTo>
                    <a:pt x="749" y="-25"/>
                    <a:pt x="894" y="84"/>
                    <a:pt x="1067" y="95"/>
                  </a:cubicBezTo>
                  <a:cubicBezTo>
                    <a:pt x="1276" y="109"/>
                    <a:pt x="1475" y="54"/>
                    <a:pt x="1684" y="69"/>
                  </a:cubicBezTo>
                  <a:cubicBezTo>
                    <a:pt x="1870" y="82"/>
                    <a:pt x="2052" y="96"/>
                    <a:pt x="2240" y="95"/>
                  </a:cubicBezTo>
                  <a:cubicBezTo>
                    <a:pt x="2762" y="94"/>
                    <a:pt x="3280" y="191"/>
                    <a:pt x="3804" y="157"/>
                  </a:cubicBezTo>
                  <a:cubicBezTo>
                    <a:pt x="3992" y="144"/>
                    <a:pt x="4204" y="131"/>
                    <a:pt x="4383" y="96"/>
                  </a:cubicBezTo>
                  <a:cubicBezTo>
                    <a:pt x="4480" y="77"/>
                    <a:pt x="4612" y="-4"/>
                    <a:pt x="4703" y="33"/>
                  </a:cubicBezTo>
                  <a:cubicBezTo>
                    <a:pt x="4766" y="259"/>
                    <a:pt x="4732" y="538"/>
                    <a:pt x="4721" y="774"/>
                  </a:cubicBezTo>
                  <a:cubicBezTo>
                    <a:pt x="4709" y="1028"/>
                    <a:pt x="4743" y="1283"/>
                    <a:pt x="4731" y="1534"/>
                  </a:cubicBezTo>
                  <a:cubicBezTo>
                    <a:pt x="4703" y="2095"/>
                    <a:pt x="4692" y="2655"/>
                    <a:pt x="4692" y="3218"/>
                  </a:cubicBezTo>
                  <a:cubicBezTo>
                    <a:pt x="4692" y="4168"/>
                    <a:pt x="4692" y="5118"/>
                    <a:pt x="4692" y="6065"/>
                  </a:cubicBezTo>
                  <a:cubicBezTo>
                    <a:pt x="4692" y="6196"/>
                    <a:pt x="4708" y="6344"/>
                    <a:pt x="4672" y="6470"/>
                  </a:cubicBezTo>
                  <a:cubicBezTo>
                    <a:pt x="4627" y="6631"/>
                    <a:pt x="4533" y="6661"/>
                    <a:pt x="4370" y="6674"/>
                  </a:cubicBezTo>
                  <a:cubicBezTo>
                    <a:pt x="4053" y="6700"/>
                    <a:pt x="3734" y="6657"/>
                    <a:pt x="3416" y="6679"/>
                  </a:cubicBezTo>
                  <a:cubicBezTo>
                    <a:pt x="2696" y="6729"/>
                    <a:pt x="1793" y="7018"/>
                    <a:pt x="1094" y="6752"/>
                  </a:cubicBezTo>
                  <a:cubicBezTo>
                    <a:pt x="1093" y="6735"/>
                    <a:pt x="1109" y="6769"/>
                    <a:pt x="1119" y="6753"/>
                  </a:cubicBezTo>
                  <a:close/>
                </a:path>
              </a:pathLst>
            </a:custGeom>
            <a:solidFill>
              <a:srgbClr val="FFD9B3">
                <a:alpha val="55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6174501" y="2415943"/>
              <a:ext cx="1230637" cy="1016274"/>
            </a:xfrm>
            <a:custGeom>
              <a:avLst/>
              <a:gdLst/>
              <a:ahLst/>
              <a:cxnLst/>
              <a:rect l="l" t="t" r="r" b="b"/>
              <a:pathLst>
                <a:path w="3789" h="3129" extrusionOk="0">
                  <a:moveTo>
                    <a:pt x="3789" y="105"/>
                  </a:moveTo>
                  <a:cubicBezTo>
                    <a:pt x="3789" y="363"/>
                    <a:pt x="3787" y="619"/>
                    <a:pt x="3785" y="874"/>
                  </a:cubicBezTo>
                  <a:cubicBezTo>
                    <a:pt x="3783" y="1121"/>
                    <a:pt x="3781" y="1367"/>
                    <a:pt x="3779" y="1614"/>
                  </a:cubicBezTo>
                  <a:cubicBezTo>
                    <a:pt x="3777" y="1872"/>
                    <a:pt x="3776" y="2130"/>
                    <a:pt x="3776" y="2390"/>
                  </a:cubicBezTo>
                  <a:cubicBezTo>
                    <a:pt x="3776" y="2588"/>
                    <a:pt x="3745" y="2779"/>
                    <a:pt x="3758" y="2977"/>
                  </a:cubicBezTo>
                  <a:cubicBezTo>
                    <a:pt x="3666" y="3036"/>
                    <a:pt x="3507" y="3029"/>
                    <a:pt x="3396" y="3029"/>
                  </a:cubicBezTo>
                  <a:cubicBezTo>
                    <a:pt x="3007" y="3028"/>
                    <a:pt x="2614" y="3069"/>
                    <a:pt x="2226" y="3095"/>
                  </a:cubicBezTo>
                  <a:cubicBezTo>
                    <a:pt x="1753" y="3127"/>
                    <a:pt x="1314" y="3156"/>
                    <a:pt x="843" y="3080"/>
                  </a:cubicBezTo>
                  <a:cubicBezTo>
                    <a:pt x="600" y="3041"/>
                    <a:pt x="283" y="3079"/>
                    <a:pt x="61" y="2977"/>
                  </a:cubicBezTo>
                  <a:cubicBezTo>
                    <a:pt x="59" y="2357"/>
                    <a:pt x="51" y="1722"/>
                    <a:pt x="33" y="1104"/>
                  </a:cubicBezTo>
                  <a:cubicBezTo>
                    <a:pt x="31" y="1012"/>
                    <a:pt x="28" y="921"/>
                    <a:pt x="25" y="831"/>
                  </a:cubicBezTo>
                  <a:cubicBezTo>
                    <a:pt x="24" y="777"/>
                    <a:pt x="22" y="724"/>
                    <a:pt x="20" y="672"/>
                  </a:cubicBezTo>
                  <a:cubicBezTo>
                    <a:pt x="15" y="522"/>
                    <a:pt x="13" y="365"/>
                    <a:pt x="0" y="219"/>
                  </a:cubicBezTo>
                  <a:cubicBezTo>
                    <a:pt x="-4" y="186"/>
                    <a:pt x="45" y="166"/>
                    <a:pt x="82" y="157"/>
                  </a:cubicBezTo>
                  <a:cubicBezTo>
                    <a:pt x="282" y="102"/>
                    <a:pt x="505" y="87"/>
                    <a:pt x="720" y="85"/>
                  </a:cubicBezTo>
                  <a:cubicBezTo>
                    <a:pt x="1090" y="81"/>
                    <a:pt x="1459" y="27"/>
                    <a:pt x="1830" y="15"/>
                  </a:cubicBezTo>
                  <a:cubicBezTo>
                    <a:pt x="2311" y="-2"/>
                    <a:pt x="2794" y="-7"/>
                    <a:pt x="3274" y="15"/>
                  </a:cubicBezTo>
                  <a:cubicBezTo>
                    <a:pt x="3429" y="22"/>
                    <a:pt x="3566" y="26"/>
                    <a:pt x="3706" y="64"/>
                  </a:cubicBezTo>
                  <a:cubicBezTo>
                    <a:pt x="3742" y="74"/>
                    <a:pt x="3770" y="76"/>
                    <a:pt x="378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6185219" y="2774513"/>
              <a:ext cx="1216671" cy="657704"/>
            </a:xfrm>
            <a:custGeom>
              <a:avLst/>
              <a:gdLst/>
              <a:ahLst/>
              <a:cxnLst/>
              <a:rect l="l" t="t" r="r" b="b"/>
              <a:pathLst>
                <a:path w="3746" h="2025" extrusionOk="0">
                  <a:moveTo>
                    <a:pt x="3743" y="1286"/>
                  </a:moveTo>
                  <a:cubicBezTo>
                    <a:pt x="3743" y="1484"/>
                    <a:pt x="3712" y="1675"/>
                    <a:pt x="3725" y="1873"/>
                  </a:cubicBezTo>
                  <a:cubicBezTo>
                    <a:pt x="3633" y="1932"/>
                    <a:pt x="3474" y="1925"/>
                    <a:pt x="3363" y="1925"/>
                  </a:cubicBezTo>
                  <a:cubicBezTo>
                    <a:pt x="2974" y="1924"/>
                    <a:pt x="2581" y="1965"/>
                    <a:pt x="2193" y="1991"/>
                  </a:cubicBezTo>
                  <a:cubicBezTo>
                    <a:pt x="1720" y="2023"/>
                    <a:pt x="1281" y="2052"/>
                    <a:pt x="810" y="1976"/>
                  </a:cubicBezTo>
                  <a:cubicBezTo>
                    <a:pt x="567" y="1937"/>
                    <a:pt x="250" y="1975"/>
                    <a:pt x="28" y="1873"/>
                  </a:cubicBezTo>
                  <a:cubicBezTo>
                    <a:pt x="26" y="1253"/>
                    <a:pt x="18" y="618"/>
                    <a:pt x="0" y="0"/>
                  </a:cubicBezTo>
                  <a:cubicBezTo>
                    <a:pt x="5" y="11"/>
                    <a:pt x="9" y="23"/>
                    <a:pt x="13" y="35"/>
                  </a:cubicBezTo>
                  <a:cubicBezTo>
                    <a:pt x="87" y="255"/>
                    <a:pt x="175" y="491"/>
                    <a:pt x="318" y="676"/>
                  </a:cubicBezTo>
                  <a:cubicBezTo>
                    <a:pt x="533" y="956"/>
                    <a:pt x="724" y="1302"/>
                    <a:pt x="1012" y="1510"/>
                  </a:cubicBezTo>
                  <a:cubicBezTo>
                    <a:pt x="1431" y="1810"/>
                    <a:pt x="1901" y="1811"/>
                    <a:pt x="2393" y="1736"/>
                  </a:cubicBezTo>
                  <a:cubicBezTo>
                    <a:pt x="2658" y="1696"/>
                    <a:pt x="3076" y="1767"/>
                    <a:pt x="3293" y="1585"/>
                  </a:cubicBezTo>
                  <a:cubicBezTo>
                    <a:pt x="3523" y="1391"/>
                    <a:pt x="3577" y="1036"/>
                    <a:pt x="3658" y="763"/>
                  </a:cubicBezTo>
                  <a:cubicBezTo>
                    <a:pt x="3681" y="687"/>
                    <a:pt x="3710" y="597"/>
                    <a:pt x="3746" y="510"/>
                  </a:cubicBezTo>
                  <a:cubicBezTo>
                    <a:pt x="3744" y="768"/>
                    <a:pt x="3743" y="1026"/>
                    <a:pt x="3743" y="1286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6174501" y="2394507"/>
              <a:ext cx="1230637" cy="406964"/>
            </a:xfrm>
            <a:custGeom>
              <a:avLst/>
              <a:gdLst/>
              <a:ahLst/>
              <a:cxnLst/>
              <a:rect l="l" t="t" r="r" b="b"/>
              <a:pathLst>
                <a:path w="3789" h="1253" extrusionOk="0">
                  <a:moveTo>
                    <a:pt x="3789" y="171"/>
                  </a:moveTo>
                  <a:cubicBezTo>
                    <a:pt x="3789" y="429"/>
                    <a:pt x="3787" y="685"/>
                    <a:pt x="3785" y="940"/>
                  </a:cubicBezTo>
                  <a:cubicBezTo>
                    <a:pt x="3768" y="938"/>
                    <a:pt x="3751" y="936"/>
                    <a:pt x="3733" y="935"/>
                  </a:cubicBezTo>
                  <a:cubicBezTo>
                    <a:pt x="3622" y="924"/>
                    <a:pt x="3576" y="975"/>
                    <a:pt x="3475" y="989"/>
                  </a:cubicBezTo>
                  <a:cubicBezTo>
                    <a:pt x="3408" y="999"/>
                    <a:pt x="3389" y="968"/>
                    <a:pt x="3333" y="956"/>
                  </a:cubicBezTo>
                  <a:cubicBezTo>
                    <a:pt x="3238" y="935"/>
                    <a:pt x="3170" y="975"/>
                    <a:pt x="3073" y="965"/>
                  </a:cubicBezTo>
                  <a:cubicBezTo>
                    <a:pt x="3011" y="958"/>
                    <a:pt x="2955" y="917"/>
                    <a:pt x="2889" y="916"/>
                  </a:cubicBezTo>
                  <a:cubicBezTo>
                    <a:pt x="2786" y="913"/>
                    <a:pt x="2692" y="969"/>
                    <a:pt x="2595" y="994"/>
                  </a:cubicBezTo>
                  <a:cubicBezTo>
                    <a:pt x="2521" y="1012"/>
                    <a:pt x="2446" y="1011"/>
                    <a:pt x="2377" y="1048"/>
                  </a:cubicBezTo>
                  <a:cubicBezTo>
                    <a:pt x="2303" y="1086"/>
                    <a:pt x="2261" y="1153"/>
                    <a:pt x="2194" y="1200"/>
                  </a:cubicBezTo>
                  <a:cubicBezTo>
                    <a:pt x="2013" y="1324"/>
                    <a:pt x="1871" y="1196"/>
                    <a:pt x="1683" y="1181"/>
                  </a:cubicBezTo>
                  <a:cubicBezTo>
                    <a:pt x="1602" y="1174"/>
                    <a:pt x="1524" y="1201"/>
                    <a:pt x="1443" y="1181"/>
                  </a:cubicBezTo>
                  <a:cubicBezTo>
                    <a:pt x="1328" y="1152"/>
                    <a:pt x="1265" y="1063"/>
                    <a:pt x="1175" y="996"/>
                  </a:cubicBezTo>
                  <a:cubicBezTo>
                    <a:pt x="1053" y="903"/>
                    <a:pt x="940" y="876"/>
                    <a:pt x="802" y="954"/>
                  </a:cubicBezTo>
                  <a:cubicBezTo>
                    <a:pt x="698" y="1013"/>
                    <a:pt x="688" y="1078"/>
                    <a:pt x="572" y="1025"/>
                  </a:cubicBezTo>
                  <a:cubicBezTo>
                    <a:pt x="505" y="996"/>
                    <a:pt x="497" y="973"/>
                    <a:pt x="424" y="966"/>
                  </a:cubicBezTo>
                  <a:cubicBezTo>
                    <a:pt x="393" y="963"/>
                    <a:pt x="362" y="987"/>
                    <a:pt x="328" y="978"/>
                  </a:cubicBezTo>
                  <a:cubicBezTo>
                    <a:pt x="265" y="961"/>
                    <a:pt x="241" y="898"/>
                    <a:pt x="177" y="889"/>
                  </a:cubicBezTo>
                  <a:cubicBezTo>
                    <a:pt x="119" y="881"/>
                    <a:pt x="79" y="934"/>
                    <a:pt x="25" y="897"/>
                  </a:cubicBezTo>
                  <a:cubicBezTo>
                    <a:pt x="24" y="843"/>
                    <a:pt x="22" y="790"/>
                    <a:pt x="20" y="738"/>
                  </a:cubicBezTo>
                  <a:cubicBezTo>
                    <a:pt x="15" y="588"/>
                    <a:pt x="13" y="431"/>
                    <a:pt x="0" y="285"/>
                  </a:cubicBezTo>
                  <a:cubicBezTo>
                    <a:pt x="-16" y="113"/>
                    <a:pt x="1437" y="18"/>
                    <a:pt x="1602" y="10"/>
                  </a:cubicBezTo>
                  <a:cubicBezTo>
                    <a:pt x="1960" y="-7"/>
                    <a:pt x="2320" y="-1"/>
                    <a:pt x="2678" y="21"/>
                  </a:cubicBezTo>
                  <a:cubicBezTo>
                    <a:pt x="2860" y="32"/>
                    <a:pt x="3042" y="48"/>
                    <a:pt x="3223" y="67"/>
                  </a:cubicBezTo>
                  <a:cubicBezTo>
                    <a:pt x="3381" y="84"/>
                    <a:pt x="3554" y="89"/>
                    <a:pt x="3706" y="130"/>
                  </a:cubicBezTo>
                  <a:cubicBezTo>
                    <a:pt x="3742" y="140"/>
                    <a:pt x="3770" y="142"/>
                    <a:pt x="3789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6213151" y="2466610"/>
              <a:ext cx="1169901" cy="63984"/>
            </a:xfrm>
            <a:custGeom>
              <a:avLst/>
              <a:gdLst/>
              <a:ahLst/>
              <a:cxnLst/>
              <a:rect l="l" t="t" r="r" b="b"/>
              <a:pathLst>
                <a:path w="3602" h="197" extrusionOk="0">
                  <a:moveTo>
                    <a:pt x="3597" y="1"/>
                  </a:moveTo>
                  <a:cubicBezTo>
                    <a:pt x="3399" y="88"/>
                    <a:pt x="3176" y="85"/>
                    <a:pt x="2964" y="94"/>
                  </a:cubicBezTo>
                  <a:cubicBezTo>
                    <a:pt x="2724" y="105"/>
                    <a:pt x="2485" y="117"/>
                    <a:pt x="2245" y="126"/>
                  </a:cubicBezTo>
                  <a:cubicBezTo>
                    <a:pt x="1766" y="146"/>
                    <a:pt x="1286" y="155"/>
                    <a:pt x="807" y="132"/>
                  </a:cubicBezTo>
                  <a:cubicBezTo>
                    <a:pt x="673" y="125"/>
                    <a:pt x="538" y="117"/>
                    <a:pt x="404" y="108"/>
                  </a:cubicBezTo>
                  <a:cubicBezTo>
                    <a:pt x="270" y="99"/>
                    <a:pt x="136" y="83"/>
                    <a:pt x="2" y="76"/>
                  </a:cubicBezTo>
                  <a:cubicBezTo>
                    <a:pt x="0" y="76"/>
                    <a:pt x="0" y="79"/>
                    <a:pt x="2" y="79"/>
                  </a:cubicBezTo>
                  <a:cubicBezTo>
                    <a:pt x="117" y="104"/>
                    <a:pt x="235" y="116"/>
                    <a:pt x="352" y="131"/>
                  </a:cubicBezTo>
                  <a:cubicBezTo>
                    <a:pt x="473" y="146"/>
                    <a:pt x="594" y="158"/>
                    <a:pt x="716" y="167"/>
                  </a:cubicBezTo>
                  <a:cubicBezTo>
                    <a:pt x="959" y="185"/>
                    <a:pt x="1202" y="197"/>
                    <a:pt x="1446" y="197"/>
                  </a:cubicBezTo>
                  <a:cubicBezTo>
                    <a:pt x="1939" y="198"/>
                    <a:pt x="2432" y="169"/>
                    <a:pt x="2925" y="147"/>
                  </a:cubicBezTo>
                  <a:cubicBezTo>
                    <a:pt x="3049" y="141"/>
                    <a:pt x="3176" y="141"/>
                    <a:pt x="3300" y="125"/>
                  </a:cubicBezTo>
                  <a:cubicBezTo>
                    <a:pt x="3411" y="110"/>
                    <a:pt x="3516" y="82"/>
                    <a:pt x="3601" y="6"/>
                  </a:cubicBezTo>
                  <a:cubicBezTo>
                    <a:pt x="3604" y="3"/>
                    <a:pt x="3600" y="-1"/>
                    <a:pt x="3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25900" rIns="90000" bIns="25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6614919" y="876104"/>
              <a:ext cx="337784" cy="352399"/>
            </a:xfrm>
            <a:custGeom>
              <a:avLst/>
              <a:gdLst/>
              <a:ahLst/>
              <a:cxnLst/>
              <a:rect l="l" t="t" r="r" b="b"/>
              <a:pathLst>
                <a:path w="1040" h="1085" extrusionOk="0">
                  <a:moveTo>
                    <a:pt x="893" y="708"/>
                  </a:moveTo>
                  <a:cubicBezTo>
                    <a:pt x="878" y="769"/>
                    <a:pt x="871" y="824"/>
                    <a:pt x="871" y="887"/>
                  </a:cubicBezTo>
                  <a:cubicBezTo>
                    <a:pt x="871" y="903"/>
                    <a:pt x="881" y="994"/>
                    <a:pt x="865" y="1003"/>
                  </a:cubicBezTo>
                  <a:cubicBezTo>
                    <a:pt x="748" y="1073"/>
                    <a:pt x="631" y="1086"/>
                    <a:pt x="499" y="1085"/>
                  </a:cubicBezTo>
                  <a:cubicBezTo>
                    <a:pt x="443" y="1085"/>
                    <a:pt x="386" y="1083"/>
                    <a:pt x="331" y="1071"/>
                  </a:cubicBezTo>
                  <a:cubicBezTo>
                    <a:pt x="310" y="1067"/>
                    <a:pt x="203" y="1041"/>
                    <a:pt x="202" y="1009"/>
                  </a:cubicBezTo>
                  <a:cubicBezTo>
                    <a:pt x="201" y="750"/>
                    <a:pt x="25" y="483"/>
                    <a:pt x="1" y="226"/>
                  </a:cubicBezTo>
                  <a:cubicBezTo>
                    <a:pt x="-1" y="202"/>
                    <a:pt x="1" y="181"/>
                    <a:pt x="7" y="162"/>
                  </a:cubicBezTo>
                  <a:cubicBezTo>
                    <a:pt x="43" y="40"/>
                    <a:pt x="195" y="20"/>
                    <a:pt x="302" y="11"/>
                  </a:cubicBezTo>
                  <a:cubicBezTo>
                    <a:pt x="478" y="-4"/>
                    <a:pt x="655" y="-8"/>
                    <a:pt x="829" y="23"/>
                  </a:cubicBezTo>
                  <a:cubicBezTo>
                    <a:pt x="886" y="34"/>
                    <a:pt x="945" y="48"/>
                    <a:pt x="989" y="86"/>
                  </a:cubicBezTo>
                  <a:cubicBezTo>
                    <a:pt x="1058" y="144"/>
                    <a:pt x="1045" y="225"/>
                    <a:pt x="1022" y="301"/>
                  </a:cubicBezTo>
                  <a:cubicBezTo>
                    <a:pt x="984" y="434"/>
                    <a:pt x="930" y="568"/>
                    <a:pt x="894" y="704"/>
                  </a:cubicBezTo>
                  <a:cubicBezTo>
                    <a:pt x="894" y="705"/>
                    <a:pt x="894" y="707"/>
                    <a:pt x="893" y="7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6614919" y="889096"/>
              <a:ext cx="286791" cy="339408"/>
            </a:xfrm>
            <a:custGeom>
              <a:avLst/>
              <a:gdLst/>
              <a:ahLst/>
              <a:cxnLst/>
              <a:rect l="l" t="t" r="r" b="b"/>
              <a:pathLst>
                <a:path w="883" h="1045" extrusionOk="0">
                  <a:moveTo>
                    <a:pt x="358" y="401"/>
                  </a:moveTo>
                  <a:cubicBezTo>
                    <a:pt x="303" y="148"/>
                    <a:pt x="441" y="101"/>
                    <a:pt x="636" y="24"/>
                  </a:cubicBezTo>
                  <a:cubicBezTo>
                    <a:pt x="325" y="-41"/>
                    <a:pt x="95" y="41"/>
                    <a:pt x="7" y="122"/>
                  </a:cubicBezTo>
                  <a:lnTo>
                    <a:pt x="7" y="122"/>
                  </a:lnTo>
                  <a:cubicBezTo>
                    <a:pt x="1" y="141"/>
                    <a:pt x="-1" y="162"/>
                    <a:pt x="1" y="186"/>
                  </a:cubicBezTo>
                  <a:cubicBezTo>
                    <a:pt x="25" y="443"/>
                    <a:pt x="201" y="710"/>
                    <a:pt x="202" y="969"/>
                  </a:cubicBezTo>
                  <a:cubicBezTo>
                    <a:pt x="203" y="1001"/>
                    <a:pt x="310" y="1027"/>
                    <a:pt x="331" y="1031"/>
                  </a:cubicBezTo>
                  <a:cubicBezTo>
                    <a:pt x="386" y="1043"/>
                    <a:pt x="443" y="1045"/>
                    <a:pt x="499" y="1045"/>
                  </a:cubicBezTo>
                  <a:cubicBezTo>
                    <a:pt x="631" y="1046"/>
                    <a:pt x="748" y="1033"/>
                    <a:pt x="865" y="963"/>
                  </a:cubicBezTo>
                  <a:cubicBezTo>
                    <a:pt x="881" y="954"/>
                    <a:pt x="871" y="863"/>
                    <a:pt x="871" y="847"/>
                  </a:cubicBezTo>
                  <a:cubicBezTo>
                    <a:pt x="871" y="800"/>
                    <a:pt x="875" y="757"/>
                    <a:pt x="883" y="713"/>
                  </a:cubicBezTo>
                  <a:cubicBezTo>
                    <a:pt x="660" y="786"/>
                    <a:pt x="428" y="721"/>
                    <a:pt x="358" y="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6112141" y="1743948"/>
              <a:ext cx="1332297" cy="199097"/>
            </a:xfrm>
            <a:custGeom>
              <a:avLst/>
              <a:gdLst/>
              <a:ahLst/>
              <a:cxnLst/>
              <a:rect l="l" t="t" r="r" b="b"/>
              <a:pathLst>
                <a:path w="4102" h="613" extrusionOk="0">
                  <a:moveTo>
                    <a:pt x="0" y="275"/>
                  </a:moveTo>
                  <a:cubicBezTo>
                    <a:pt x="214" y="81"/>
                    <a:pt x="581" y="93"/>
                    <a:pt x="875" y="56"/>
                  </a:cubicBezTo>
                  <a:cubicBezTo>
                    <a:pt x="1164" y="19"/>
                    <a:pt x="1453" y="22"/>
                    <a:pt x="1743" y="9"/>
                  </a:cubicBezTo>
                  <a:cubicBezTo>
                    <a:pt x="2043" y="-3"/>
                    <a:pt x="3504" y="-20"/>
                    <a:pt x="3899" y="91"/>
                  </a:cubicBezTo>
                  <a:cubicBezTo>
                    <a:pt x="3968" y="110"/>
                    <a:pt x="4062" y="145"/>
                    <a:pt x="4091" y="221"/>
                  </a:cubicBezTo>
                  <a:cubicBezTo>
                    <a:pt x="4115" y="283"/>
                    <a:pt x="4100" y="319"/>
                    <a:pt x="4051" y="362"/>
                  </a:cubicBezTo>
                  <a:cubicBezTo>
                    <a:pt x="3973" y="430"/>
                    <a:pt x="3796" y="420"/>
                    <a:pt x="3701" y="437"/>
                  </a:cubicBezTo>
                  <a:cubicBezTo>
                    <a:pt x="3521" y="467"/>
                    <a:pt x="3363" y="527"/>
                    <a:pt x="3177" y="539"/>
                  </a:cubicBezTo>
                  <a:cubicBezTo>
                    <a:pt x="2299" y="596"/>
                    <a:pt x="1382" y="682"/>
                    <a:pt x="510" y="521"/>
                  </a:cubicBezTo>
                  <a:cubicBezTo>
                    <a:pt x="370" y="495"/>
                    <a:pt x="85" y="432"/>
                    <a:pt x="0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6763024" y="1454883"/>
              <a:ext cx="88668" cy="1036086"/>
            </a:xfrm>
            <a:custGeom>
              <a:avLst/>
              <a:gdLst/>
              <a:ahLst/>
              <a:cxnLst/>
              <a:rect l="l" t="t" r="r" b="b"/>
              <a:pathLst>
                <a:path w="273" h="3190" extrusionOk="0">
                  <a:moveTo>
                    <a:pt x="8" y="3156"/>
                  </a:moveTo>
                  <a:cubicBezTo>
                    <a:pt x="7" y="3061"/>
                    <a:pt x="15" y="2932"/>
                    <a:pt x="13" y="2838"/>
                  </a:cubicBezTo>
                  <a:cubicBezTo>
                    <a:pt x="11" y="2706"/>
                    <a:pt x="-12" y="645"/>
                    <a:pt x="9" y="160"/>
                  </a:cubicBezTo>
                  <a:cubicBezTo>
                    <a:pt x="12" y="98"/>
                    <a:pt x="-1" y="52"/>
                    <a:pt x="51" y="16"/>
                  </a:cubicBezTo>
                  <a:cubicBezTo>
                    <a:pt x="80" y="-5"/>
                    <a:pt x="172" y="-6"/>
                    <a:pt x="199" y="18"/>
                  </a:cubicBezTo>
                  <a:cubicBezTo>
                    <a:pt x="259" y="69"/>
                    <a:pt x="230" y="219"/>
                    <a:pt x="231" y="289"/>
                  </a:cubicBezTo>
                  <a:cubicBezTo>
                    <a:pt x="233" y="416"/>
                    <a:pt x="249" y="531"/>
                    <a:pt x="245" y="656"/>
                  </a:cubicBezTo>
                  <a:cubicBezTo>
                    <a:pt x="236" y="953"/>
                    <a:pt x="258" y="2134"/>
                    <a:pt x="264" y="2420"/>
                  </a:cubicBezTo>
                  <a:cubicBezTo>
                    <a:pt x="268" y="2625"/>
                    <a:pt x="285" y="3150"/>
                    <a:pt x="261" y="3163"/>
                  </a:cubicBezTo>
                  <a:cubicBezTo>
                    <a:pt x="208" y="3190"/>
                    <a:pt x="51" y="3210"/>
                    <a:pt x="8" y="31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155338" y="1186280"/>
              <a:ext cx="1271885" cy="372212"/>
            </a:xfrm>
            <a:custGeom>
              <a:avLst/>
              <a:gdLst/>
              <a:ahLst/>
              <a:cxnLst/>
              <a:rect l="l" t="t" r="r" b="b"/>
              <a:pathLst>
                <a:path w="3916" h="1146" extrusionOk="0">
                  <a:moveTo>
                    <a:pt x="3910" y="385"/>
                  </a:moveTo>
                  <a:cubicBezTo>
                    <a:pt x="3907" y="423"/>
                    <a:pt x="3905" y="455"/>
                    <a:pt x="3905" y="474"/>
                  </a:cubicBezTo>
                  <a:cubicBezTo>
                    <a:pt x="3905" y="562"/>
                    <a:pt x="3912" y="963"/>
                    <a:pt x="3883" y="1026"/>
                  </a:cubicBezTo>
                  <a:cubicBezTo>
                    <a:pt x="3649" y="1091"/>
                    <a:pt x="2091" y="1158"/>
                    <a:pt x="1819" y="1144"/>
                  </a:cubicBezTo>
                  <a:cubicBezTo>
                    <a:pt x="1692" y="1137"/>
                    <a:pt x="130" y="1114"/>
                    <a:pt x="22" y="1058"/>
                  </a:cubicBezTo>
                  <a:cubicBezTo>
                    <a:pt x="22" y="851"/>
                    <a:pt x="13" y="649"/>
                    <a:pt x="6" y="446"/>
                  </a:cubicBezTo>
                  <a:cubicBezTo>
                    <a:pt x="3" y="337"/>
                    <a:pt x="0" y="227"/>
                    <a:pt x="0" y="117"/>
                  </a:cubicBezTo>
                  <a:cubicBezTo>
                    <a:pt x="109" y="63"/>
                    <a:pt x="283" y="47"/>
                    <a:pt x="406" y="42"/>
                  </a:cubicBezTo>
                  <a:cubicBezTo>
                    <a:pt x="556" y="35"/>
                    <a:pt x="1190" y="15"/>
                    <a:pt x="1361" y="7"/>
                  </a:cubicBezTo>
                  <a:cubicBezTo>
                    <a:pt x="1730" y="-9"/>
                    <a:pt x="3073" y="5"/>
                    <a:pt x="3383" y="29"/>
                  </a:cubicBezTo>
                  <a:cubicBezTo>
                    <a:pt x="3486" y="37"/>
                    <a:pt x="3589" y="48"/>
                    <a:pt x="3691" y="53"/>
                  </a:cubicBezTo>
                  <a:cubicBezTo>
                    <a:pt x="3737" y="55"/>
                    <a:pt x="3857" y="45"/>
                    <a:pt x="3841" y="63"/>
                  </a:cubicBezTo>
                  <a:cubicBezTo>
                    <a:pt x="3932" y="54"/>
                    <a:pt x="3920" y="255"/>
                    <a:pt x="3910" y="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157612" y="1218760"/>
              <a:ext cx="1266364" cy="327066"/>
            </a:xfrm>
            <a:custGeom>
              <a:avLst/>
              <a:gdLst/>
              <a:ahLst/>
              <a:cxnLst/>
              <a:rect l="l" t="t" r="r" b="b"/>
              <a:pathLst>
                <a:path w="3899" h="1007" extrusionOk="0">
                  <a:moveTo>
                    <a:pt x="3898" y="451"/>
                  </a:moveTo>
                  <a:cubicBezTo>
                    <a:pt x="3898" y="417"/>
                    <a:pt x="3898" y="390"/>
                    <a:pt x="3898" y="374"/>
                  </a:cubicBezTo>
                  <a:cubicBezTo>
                    <a:pt x="3898" y="367"/>
                    <a:pt x="3898" y="358"/>
                    <a:pt x="3899" y="348"/>
                  </a:cubicBezTo>
                  <a:cubicBezTo>
                    <a:pt x="3874" y="350"/>
                    <a:pt x="3850" y="352"/>
                    <a:pt x="3825" y="354"/>
                  </a:cubicBezTo>
                  <a:cubicBezTo>
                    <a:pt x="3835" y="241"/>
                    <a:pt x="3851" y="97"/>
                    <a:pt x="3812" y="15"/>
                  </a:cubicBezTo>
                  <a:cubicBezTo>
                    <a:pt x="3710" y="-18"/>
                    <a:pt x="3637" y="2"/>
                    <a:pt x="3641" y="110"/>
                  </a:cubicBezTo>
                  <a:cubicBezTo>
                    <a:pt x="3644" y="196"/>
                    <a:pt x="3643" y="283"/>
                    <a:pt x="3640" y="369"/>
                  </a:cubicBezTo>
                  <a:cubicBezTo>
                    <a:pt x="3233" y="399"/>
                    <a:pt x="2825" y="420"/>
                    <a:pt x="2416" y="428"/>
                  </a:cubicBezTo>
                  <a:cubicBezTo>
                    <a:pt x="1860" y="440"/>
                    <a:pt x="1302" y="434"/>
                    <a:pt x="747" y="405"/>
                  </a:cubicBezTo>
                  <a:cubicBezTo>
                    <a:pt x="697" y="402"/>
                    <a:pt x="646" y="399"/>
                    <a:pt x="596" y="396"/>
                  </a:cubicBezTo>
                  <a:cubicBezTo>
                    <a:pt x="603" y="274"/>
                    <a:pt x="618" y="86"/>
                    <a:pt x="564" y="41"/>
                  </a:cubicBezTo>
                  <a:cubicBezTo>
                    <a:pt x="536" y="17"/>
                    <a:pt x="479" y="27"/>
                    <a:pt x="444" y="29"/>
                  </a:cubicBezTo>
                  <a:cubicBezTo>
                    <a:pt x="338" y="34"/>
                    <a:pt x="178" y="2"/>
                    <a:pt x="86" y="52"/>
                  </a:cubicBezTo>
                  <a:cubicBezTo>
                    <a:pt x="81" y="160"/>
                    <a:pt x="91" y="268"/>
                    <a:pt x="93" y="377"/>
                  </a:cubicBezTo>
                  <a:cubicBezTo>
                    <a:pt x="78" y="376"/>
                    <a:pt x="63" y="376"/>
                    <a:pt x="48" y="375"/>
                  </a:cubicBezTo>
                  <a:cubicBezTo>
                    <a:pt x="32" y="375"/>
                    <a:pt x="16" y="374"/>
                    <a:pt x="0" y="373"/>
                  </a:cubicBezTo>
                  <a:cubicBezTo>
                    <a:pt x="1" y="392"/>
                    <a:pt x="1" y="411"/>
                    <a:pt x="2" y="429"/>
                  </a:cubicBezTo>
                  <a:lnTo>
                    <a:pt x="3" y="429"/>
                  </a:lnTo>
                  <a:cubicBezTo>
                    <a:pt x="33" y="433"/>
                    <a:pt x="63" y="438"/>
                    <a:pt x="93" y="442"/>
                  </a:cubicBezTo>
                  <a:cubicBezTo>
                    <a:pt x="93" y="453"/>
                    <a:pt x="93" y="464"/>
                    <a:pt x="92" y="475"/>
                  </a:cubicBezTo>
                  <a:cubicBezTo>
                    <a:pt x="85" y="640"/>
                    <a:pt x="89" y="808"/>
                    <a:pt x="91" y="974"/>
                  </a:cubicBezTo>
                  <a:cubicBezTo>
                    <a:pt x="192" y="987"/>
                    <a:pt x="375" y="998"/>
                    <a:pt x="585" y="1007"/>
                  </a:cubicBezTo>
                  <a:cubicBezTo>
                    <a:pt x="585" y="1005"/>
                    <a:pt x="586" y="1003"/>
                    <a:pt x="586" y="1001"/>
                  </a:cubicBezTo>
                  <a:cubicBezTo>
                    <a:pt x="601" y="836"/>
                    <a:pt x="599" y="657"/>
                    <a:pt x="593" y="491"/>
                  </a:cubicBezTo>
                  <a:cubicBezTo>
                    <a:pt x="605" y="492"/>
                    <a:pt x="617" y="493"/>
                    <a:pt x="629" y="493"/>
                  </a:cubicBezTo>
                  <a:cubicBezTo>
                    <a:pt x="908" y="509"/>
                    <a:pt x="1188" y="523"/>
                    <a:pt x="1467" y="529"/>
                  </a:cubicBezTo>
                  <a:cubicBezTo>
                    <a:pt x="2025" y="540"/>
                    <a:pt x="2584" y="531"/>
                    <a:pt x="3142" y="503"/>
                  </a:cubicBezTo>
                  <a:cubicBezTo>
                    <a:pt x="3307" y="495"/>
                    <a:pt x="3472" y="484"/>
                    <a:pt x="3637" y="472"/>
                  </a:cubicBezTo>
                  <a:cubicBezTo>
                    <a:pt x="3636" y="496"/>
                    <a:pt x="3635" y="519"/>
                    <a:pt x="3634" y="543"/>
                  </a:cubicBezTo>
                  <a:cubicBezTo>
                    <a:pt x="3629" y="676"/>
                    <a:pt x="3636" y="823"/>
                    <a:pt x="3624" y="962"/>
                  </a:cubicBezTo>
                  <a:cubicBezTo>
                    <a:pt x="3711" y="953"/>
                    <a:pt x="3782" y="944"/>
                    <a:pt x="3831" y="936"/>
                  </a:cubicBezTo>
                  <a:cubicBezTo>
                    <a:pt x="3831" y="934"/>
                    <a:pt x="3832" y="932"/>
                    <a:pt x="3832" y="930"/>
                  </a:cubicBezTo>
                  <a:cubicBezTo>
                    <a:pt x="3844" y="857"/>
                    <a:pt x="3819" y="774"/>
                    <a:pt x="3814" y="701"/>
                  </a:cubicBezTo>
                  <a:cubicBezTo>
                    <a:pt x="3809" y="619"/>
                    <a:pt x="3817" y="539"/>
                    <a:pt x="3820" y="458"/>
                  </a:cubicBezTo>
                  <a:cubicBezTo>
                    <a:pt x="3846" y="456"/>
                    <a:pt x="3872" y="453"/>
                    <a:pt x="3898" y="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889009" y="1404216"/>
              <a:ext cx="259184" cy="441392"/>
            </a:xfrm>
            <a:custGeom>
              <a:avLst/>
              <a:gdLst/>
              <a:ahLst/>
              <a:cxnLst/>
              <a:rect l="l" t="t" r="r" b="b"/>
              <a:pathLst>
                <a:path w="798" h="1359" extrusionOk="0">
                  <a:moveTo>
                    <a:pt x="313" y="237"/>
                  </a:moveTo>
                  <a:cubicBezTo>
                    <a:pt x="235" y="152"/>
                    <a:pt x="149" y="76"/>
                    <a:pt x="57" y="8"/>
                  </a:cubicBezTo>
                  <a:cubicBezTo>
                    <a:pt x="16" y="-23"/>
                    <a:pt x="-24" y="46"/>
                    <a:pt x="17" y="76"/>
                  </a:cubicBezTo>
                  <a:cubicBezTo>
                    <a:pt x="324" y="305"/>
                    <a:pt x="550" y="637"/>
                    <a:pt x="657" y="1004"/>
                  </a:cubicBezTo>
                  <a:cubicBezTo>
                    <a:pt x="687" y="1107"/>
                    <a:pt x="708" y="1213"/>
                    <a:pt x="718" y="1321"/>
                  </a:cubicBezTo>
                  <a:cubicBezTo>
                    <a:pt x="723" y="1371"/>
                    <a:pt x="803" y="1372"/>
                    <a:pt x="798" y="1321"/>
                  </a:cubicBezTo>
                  <a:cubicBezTo>
                    <a:pt x="759" y="918"/>
                    <a:pt x="586" y="535"/>
                    <a:pt x="313" y="237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5880889" y="1308402"/>
              <a:ext cx="271201" cy="114976"/>
            </a:xfrm>
            <a:custGeom>
              <a:avLst/>
              <a:gdLst/>
              <a:ahLst/>
              <a:cxnLst/>
              <a:rect l="l" t="t" r="r" b="b"/>
              <a:pathLst>
                <a:path w="835" h="354" extrusionOk="0">
                  <a:moveTo>
                    <a:pt x="809" y="37"/>
                  </a:moveTo>
                  <a:cubicBezTo>
                    <a:pt x="517" y="-84"/>
                    <a:pt x="234" y="117"/>
                    <a:pt x="14" y="289"/>
                  </a:cubicBezTo>
                  <a:cubicBezTo>
                    <a:pt x="-26" y="321"/>
                    <a:pt x="31" y="377"/>
                    <a:pt x="71" y="345"/>
                  </a:cubicBezTo>
                  <a:cubicBezTo>
                    <a:pt x="269" y="190"/>
                    <a:pt x="524" y="4"/>
                    <a:pt x="788" y="113"/>
                  </a:cubicBezTo>
                  <a:cubicBezTo>
                    <a:pt x="835" y="133"/>
                    <a:pt x="856" y="56"/>
                    <a:pt x="809" y="37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144620" y="1334385"/>
              <a:ext cx="15590" cy="378383"/>
            </a:xfrm>
            <a:custGeom>
              <a:avLst/>
              <a:gdLst/>
              <a:ahLst/>
              <a:cxnLst/>
              <a:rect l="l" t="t" r="r" b="b"/>
              <a:pathLst>
                <a:path w="48" h="1165" extrusionOk="0">
                  <a:moveTo>
                    <a:pt x="38" y="263"/>
                  </a:moveTo>
                  <a:cubicBezTo>
                    <a:pt x="34" y="179"/>
                    <a:pt x="31" y="96"/>
                    <a:pt x="26" y="13"/>
                  </a:cubicBezTo>
                  <a:cubicBezTo>
                    <a:pt x="25" y="-4"/>
                    <a:pt x="-1" y="-4"/>
                    <a:pt x="0" y="13"/>
                  </a:cubicBezTo>
                  <a:cubicBezTo>
                    <a:pt x="16" y="309"/>
                    <a:pt x="23" y="605"/>
                    <a:pt x="21" y="902"/>
                  </a:cubicBezTo>
                  <a:cubicBezTo>
                    <a:pt x="21" y="985"/>
                    <a:pt x="19" y="1069"/>
                    <a:pt x="17" y="1152"/>
                  </a:cubicBezTo>
                  <a:cubicBezTo>
                    <a:pt x="17" y="1169"/>
                    <a:pt x="43" y="1169"/>
                    <a:pt x="44" y="1152"/>
                  </a:cubicBezTo>
                  <a:cubicBezTo>
                    <a:pt x="51" y="856"/>
                    <a:pt x="49" y="559"/>
                    <a:pt x="38" y="263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099149" y="1810206"/>
              <a:ext cx="1368998" cy="301082"/>
            </a:xfrm>
            <a:custGeom>
              <a:avLst/>
              <a:gdLst/>
              <a:ahLst/>
              <a:cxnLst/>
              <a:rect l="l" t="t" r="r" b="b"/>
              <a:pathLst>
                <a:path w="4215" h="927" extrusionOk="0">
                  <a:moveTo>
                    <a:pt x="4190" y="654"/>
                  </a:moveTo>
                  <a:cubicBezTo>
                    <a:pt x="4124" y="768"/>
                    <a:pt x="3888" y="792"/>
                    <a:pt x="3769" y="818"/>
                  </a:cubicBezTo>
                  <a:cubicBezTo>
                    <a:pt x="3290" y="919"/>
                    <a:pt x="2762" y="913"/>
                    <a:pt x="2277" y="924"/>
                  </a:cubicBezTo>
                  <a:cubicBezTo>
                    <a:pt x="1831" y="934"/>
                    <a:pt x="1396" y="922"/>
                    <a:pt x="951" y="890"/>
                  </a:cubicBezTo>
                  <a:cubicBezTo>
                    <a:pt x="905" y="887"/>
                    <a:pt x="860" y="884"/>
                    <a:pt x="814" y="881"/>
                  </a:cubicBezTo>
                  <a:cubicBezTo>
                    <a:pt x="640" y="867"/>
                    <a:pt x="255" y="865"/>
                    <a:pt x="91" y="768"/>
                  </a:cubicBezTo>
                  <a:cubicBezTo>
                    <a:pt x="43" y="739"/>
                    <a:pt x="14" y="702"/>
                    <a:pt x="15" y="654"/>
                  </a:cubicBezTo>
                  <a:cubicBezTo>
                    <a:pt x="21" y="478"/>
                    <a:pt x="0" y="300"/>
                    <a:pt x="0" y="123"/>
                  </a:cubicBezTo>
                  <a:cubicBezTo>
                    <a:pt x="0" y="-96"/>
                    <a:pt x="241" y="37"/>
                    <a:pt x="364" y="73"/>
                  </a:cubicBezTo>
                  <a:cubicBezTo>
                    <a:pt x="606" y="143"/>
                    <a:pt x="903" y="149"/>
                    <a:pt x="1154" y="169"/>
                  </a:cubicBezTo>
                  <a:cubicBezTo>
                    <a:pt x="1536" y="198"/>
                    <a:pt x="3021" y="176"/>
                    <a:pt x="3370" y="130"/>
                  </a:cubicBezTo>
                  <a:cubicBezTo>
                    <a:pt x="3584" y="102"/>
                    <a:pt x="3832" y="35"/>
                    <a:pt x="4039" y="32"/>
                  </a:cubicBezTo>
                  <a:cubicBezTo>
                    <a:pt x="4248" y="29"/>
                    <a:pt x="4199" y="168"/>
                    <a:pt x="4208" y="352"/>
                  </a:cubicBezTo>
                  <a:cubicBezTo>
                    <a:pt x="4212" y="424"/>
                    <a:pt x="4231" y="582"/>
                    <a:pt x="4190" y="6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6132278" y="3343874"/>
              <a:ext cx="1324502" cy="597292"/>
            </a:xfrm>
            <a:custGeom>
              <a:avLst/>
              <a:gdLst/>
              <a:ahLst/>
              <a:cxnLst/>
              <a:rect l="l" t="t" r="r" b="b"/>
              <a:pathLst>
                <a:path w="4078" h="1839" extrusionOk="0">
                  <a:moveTo>
                    <a:pt x="4032" y="1674"/>
                  </a:moveTo>
                  <a:cubicBezTo>
                    <a:pt x="4085" y="1518"/>
                    <a:pt x="4081" y="1273"/>
                    <a:pt x="4076" y="1104"/>
                  </a:cubicBezTo>
                  <a:cubicBezTo>
                    <a:pt x="4068" y="840"/>
                    <a:pt x="4070" y="578"/>
                    <a:pt x="4062" y="314"/>
                  </a:cubicBezTo>
                  <a:cubicBezTo>
                    <a:pt x="4057" y="166"/>
                    <a:pt x="4096" y="78"/>
                    <a:pt x="3950" y="69"/>
                  </a:cubicBezTo>
                  <a:cubicBezTo>
                    <a:pt x="3843" y="62"/>
                    <a:pt x="3732" y="93"/>
                    <a:pt x="3630" y="109"/>
                  </a:cubicBezTo>
                  <a:cubicBezTo>
                    <a:pt x="3362" y="150"/>
                    <a:pt x="2416" y="198"/>
                    <a:pt x="2116" y="198"/>
                  </a:cubicBezTo>
                  <a:cubicBezTo>
                    <a:pt x="1705" y="198"/>
                    <a:pt x="1103" y="153"/>
                    <a:pt x="700" y="125"/>
                  </a:cubicBezTo>
                  <a:cubicBezTo>
                    <a:pt x="574" y="116"/>
                    <a:pt x="7" y="-110"/>
                    <a:pt x="3" y="67"/>
                  </a:cubicBezTo>
                  <a:cubicBezTo>
                    <a:pt x="-2" y="257"/>
                    <a:pt x="-1" y="1290"/>
                    <a:pt x="11" y="1650"/>
                  </a:cubicBezTo>
                  <a:cubicBezTo>
                    <a:pt x="33" y="1672"/>
                    <a:pt x="320" y="1747"/>
                    <a:pt x="437" y="1761"/>
                  </a:cubicBezTo>
                  <a:cubicBezTo>
                    <a:pt x="683" y="1789"/>
                    <a:pt x="1045" y="1830"/>
                    <a:pt x="1296" y="1834"/>
                  </a:cubicBezTo>
                  <a:cubicBezTo>
                    <a:pt x="2040" y="1847"/>
                    <a:pt x="2709" y="1834"/>
                    <a:pt x="3452" y="1771"/>
                  </a:cubicBezTo>
                  <a:cubicBezTo>
                    <a:pt x="3535" y="1764"/>
                    <a:pt x="4001" y="1764"/>
                    <a:pt x="4032" y="16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143321" y="3362387"/>
              <a:ext cx="1281304" cy="576181"/>
            </a:xfrm>
            <a:custGeom>
              <a:avLst/>
              <a:gdLst/>
              <a:ahLst/>
              <a:cxnLst/>
              <a:rect l="l" t="t" r="r" b="b"/>
              <a:pathLst>
                <a:path w="3945" h="1774" extrusionOk="0">
                  <a:moveTo>
                    <a:pt x="3918" y="163"/>
                  </a:moveTo>
                  <a:cubicBezTo>
                    <a:pt x="3875" y="79"/>
                    <a:pt x="3857" y="119"/>
                    <a:pt x="3768" y="129"/>
                  </a:cubicBezTo>
                  <a:cubicBezTo>
                    <a:pt x="3589" y="147"/>
                    <a:pt x="3431" y="92"/>
                    <a:pt x="3431" y="314"/>
                  </a:cubicBezTo>
                  <a:cubicBezTo>
                    <a:pt x="3430" y="777"/>
                    <a:pt x="3439" y="1246"/>
                    <a:pt x="3441" y="1712"/>
                  </a:cubicBezTo>
                  <a:cubicBezTo>
                    <a:pt x="3554" y="1707"/>
                    <a:pt x="3801" y="1700"/>
                    <a:pt x="3916" y="1659"/>
                  </a:cubicBezTo>
                  <a:cubicBezTo>
                    <a:pt x="3917" y="1628"/>
                    <a:pt x="3918" y="1594"/>
                    <a:pt x="3919" y="1558"/>
                  </a:cubicBezTo>
                  <a:cubicBezTo>
                    <a:pt x="3935" y="1234"/>
                    <a:pt x="3931" y="908"/>
                    <a:pt x="3931" y="583"/>
                  </a:cubicBezTo>
                  <a:cubicBezTo>
                    <a:pt x="3931" y="471"/>
                    <a:pt x="3971" y="263"/>
                    <a:pt x="3918" y="163"/>
                  </a:cubicBezTo>
                  <a:moveTo>
                    <a:pt x="1176" y="302"/>
                  </a:moveTo>
                  <a:cubicBezTo>
                    <a:pt x="1152" y="181"/>
                    <a:pt x="1091" y="171"/>
                    <a:pt x="978" y="163"/>
                  </a:cubicBezTo>
                  <a:cubicBezTo>
                    <a:pt x="752" y="147"/>
                    <a:pt x="522" y="129"/>
                    <a:pt x="304" y="58"/>
                  </a:cubicBezTo>
                  <a:cubicBezTo>
                    <a:pt x="224" y="32"/>
                    <a:pt x="86" y="-45"/>
                    <a:pt x="25" y="35"/>
                  </a:cubicBezTo>
                  <a:cubicBezTo>
                    <a:pt x="-23" y="97"/>
                    <a:pt x="12" y="306"/>
                    <a:pt x="13" y="383"/>
                  </a:cubicBezTo>
                  <a:cubicBezTo>
                    <a:pt x="14" y="792"/>
                    <a:pt x="23" y="1207"/>
                    <a:pt x="24" y="1621"/>
                  </a:cubicBezTo>
                  <a:cubicBezTo>
                    <a:pt x="122" y="1651"/>
                    <a:pt x="297" y="1694"/>
                    <a:pt x="382" y="1704"/>
                  </a:cubicBezTo>
                  <a:cubicBezTo>
                    <a:pt x="593" y="1728"/>
                    <a:pt x="891" y="1762"/>
                    <a:pt x="1129" y="1774"/>
                  </a:cubicBezTo>
                  <a:cubicBezTo>
                    <a:pt x="1135" y="1746"/>
                    <a:pt x="1138" y="1715"/>
                    <a:pt x="1141" y="1680"/>
                  </a:cubicBezTo>
                  <a:cubicBezTo>
                    <a:pt x="1151" y="1525"/>
                    <a:pt x="1158" y="1369"/>
                    <a:pt x="1164" y="1215"/>
                  </a:cubicBezTo>
                  <a:cubicBezTo>
                    <a:pt x="1171" y="1045"/>
                    <a:pt x="1164" y="874"/>
                    <a:pt x="1164" y="704"/>
                  </a:cubicBezTo>
                  <a:cubicBezTo>
                    <a:pt x="1164" y="578"/>
                    <a:pt x="1201" y="424"/>
                    <a:pt x="1176" y="3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6117013" y="1854702"/>
              <a:ext cx="294911" cy="244568"/>
            </a:xfrm>
            <a:custGeom>
              <a:avLst/>
              <a:gdLst/>
              <a:ahLst/>
              <a:cxnLst/>
              <a:rect l="l" t="t" r="r" b="b"/>
              <a:pathLst>
                <a:path w="908" h="753" extrusionOk="0">
                  <a:moveTo>
                    <a:pt x="896" y="753"/>
                  </a:moveTo>
                  <a:cubicBezTo>
                    <a:pt x="850" y="750"/>
                    <a:pt x="805" y="747"/>
                    <a:pt x="759" y="744"/>
                  </a:cubicBezTo>
                  <a:cubicBezTo>
                    <a:pt x="585" y="730"/>
                    <a:pt x="200" y="728"/>
                    <a:pt x="36" y="631"/>
                  </a:cubicBezTo>
                  <a:cubicBezTo>
                    <a:pt x="19" y="426"/>
                    <a:pt x="-33" y="200"/>
                    <a:pt x="31" y="16"/>
                  </a:cubicBezTo>
                  <a:cubicBezTo>
                    <a:pt x="148" y="-28"/>
                    <a:pt x="279" y="31"/>
                    <a:pt x="396" y="63"/>
                  </a:cubicBezTo>
                  <a:cubicBezTo>
                    <a:pt x="509" y="94"/>
                    <a:pt x="617" y="101"/>
                    <a:pt x="727" y="116"/>
                  </a:cubicBezTo>
                  <a:cubicBezTo>
                    <a:pt x="832" y="131"/>
                    <a:pt x="863" y="144"/>
                    <a:pt x="886" y="258"/>
                  </a:cubicBezTo>
                  <a:cubicBezTo>
                    <a:pt x="919" y="417"/>
                    <a:pt x="909" y="587"/>
                    <a:pt x="896" y="7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144005" y="2198982"/>
              <a:ext cx="137387" cy="1078634"/>
            </a:xfrm>
            <a:custGeom>
              <a:avLst/>
              <a:gdLst/>
              <a:ahLst/>
              <a:cxnLst/>
              <a:rect l="l" t="t" r="r" b="b"/>
              <a:pathLst>
                <a:path w="423" h="3321" extrusionOk="0">
                  <a:moveTo>
                    <a:pt x="10" y="3299"/>
                  </a:moveTo>
                  <a:cubicBezTo>
                    <a:pt x="-5" y="2682"/>
                    <a:pt x="21" y="2057"/>
                    <a:pt x="12" y="1438"/>
                  </a:cubicBezTo>
                  <a:cubicBezTo>
                    <a:pt x="7" y="1037"/>
                    <a:pt x="-33" y="548"/>
                    <a:pt x="76" y="156"/>
                  </a:cubicBezTo>
                  <a:cubicBezTo>
                    <a:pt x="100" y="67"/>
                    <a:pt x="161" y="-47"/>
                    <a:pt x="274" y="22"/>
                  </a:cubicBezTo>
                  <a:cubicBezTo>
                    <a:pt x="457" y="133"/>
                    <a:pt x="396" y="668"/>
                    <a:pt x="396" y="833"/>
                  </a:cubicBezTo>
                  <a:cubicBezTo>
                    <a:pt x="395" y="1561"/>
                    <a:pt x="451" y="2285"/>
                    <a:pt x="406" y="3011"/>
                  </a:cubicBezTo>
                  <a:cubicBezTo>
                    <a:pt x="392" y="3242"/>
                    <a:pt x="251" y="3375"/>
                    <a:pt x="10" y="3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172262" y="1582527"/>
              <a:ext cx="59437" cy="199747"/>
            </a:xfrm>
            <a:custGeom>
              <a:avLst/>
              <a:gdLst/>
              <a:ahLst/>
              <a:cxnLst/>
              <a:rect l="l" t="t" r="r" b="b"/>
              <a:pathLst>
                <a:path w="183" h="615" extrusionOk="0">
                  <a:moveTo>
                    <a:pt x="0" y="379"/>
                  </a:moveTo>
                  <a:cubicBezTo>
                    <a:pt x="-1" y="299"/>
                    <a:pt x="8" y="219"/>
                    <a:pt x="7" y="138"/>
                  </a:cubicBezTo>
                  <a:cubicBezTo>
                    <a:pt x="6" y="90"/>
                    <a:pt x="10" y="38"/>
                    <a:pt x="58" y="12"/>
                  </a:cubicBezTo>
                  <a:cubicBezTo>
                    <a:pt x="233" y="-80"/>
                    <a:pt x="176" y="385"/>
                    <a:pt x="169" y="452"/>
                  </a:cubicBezTo>
                  <a:cubicBezTo>
                    <a:pt x="163" y="518"/>
                    <a:pt x="114" y="706"/>
                    <a:pt x="42" y="563"/>
                  </a:cubicBezTo>
                  <a:cubicBezTo>
                    <a:pt x="19" y="516"/>
                    <a:pt x="-1" y="438"/>
                    <a:pt x="0" y="3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15"/>
            <p:cNvGrpSpPr/>
            <p:nvPr/>
          </p:nvGrpSpPr>
          <p:grpSpPr>
            <a:xfrm>
              <a:off x="7309224" y="3885091"/>
              <a:ext cx="291075" cy="196288"/>
              <a:chOff x="11847274" y="3885091"/>
              <a:chExt cx="291075" cy="196288"/>
            </a:xfrm>
          </p:grpSpPr>
          <p:sp>
            <p:nvSpPr>
              <p:cNvPr id="87" name="Google Shape;87;p15"/>
              <p:cNvSpPr/>
              <p:nvPr/>
            </p:nvSpPr>
            <p:spPr>
              <a:xfrm rot="-496828">
                <a:off x="11857304" y="3903778"/>
                <a:ext cx="271014" cy="158914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99" extrusionOk="0">
                    <a:moveTo>
                      <a:pt x="769" y="265"/>
                    </a:moveTo>
                    <a:cubicBezTo>
                      <a:pt x="645" y="418"/>
                      <a:pt x="411" y="504"/>
                      <a:pt x="216" y="498"/>
                    </a:cubicBezTo>
                    <a:cubicBezTo>
                      <a:pt x="162" y="497"/>
                      <a:pt x="5" y="462"/>
                      <a:pt x="0" y="400"/>
                    </a:cubicBezTo>
                    <a:cubicBezTo>
                      <a:pt x="-1" y="389"/>
                      <a:pt x="3" y="378"/>
                      <a:pt x="12" y="366"/>
                    </a:cubicBezTo>
                    <a:cubicBezTo>
                      <a:pt x="-18" y="190"/>
                      <a:pt x="497" y="46"/>
                      <a:pt x="627" y="14"/>
                    </a:cubicBezTo>
                    <a:cubicBezTo>
                      <a:pt x="694" y="-3"/>
                      <a:pt x="794" y="-19"/>
                      <a:pt x="838" y="53"/>
                    </a:cubicBezTo>
                    <a:cubicBezTo>
                      <a:pt x="841" y="59"/>
                      <a:pt x="844" y="64"/>
                      <a:pt x="845" y="70"/>
                    </a:cubicBezTo>
                    <a:cubicBezTo>
                      <a:pt x="871" y="137"/>
                      <a:pt x="811" y="213"/>
                      <a:pt x="769" y="2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 rot="-496819">
                <a:off x="11858909" y="3925954"/>
                <a:ext cx="271013" cy="13662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29" extrusionOk="0">
                    <a:moveTo>
                      <a:pt x="769" y="195"/>
                    </a:moveTo>
                    <a:cubicBezTo>
                      <a:pt x="645" y="348"/>
                      <a:pt x="411" y="434"/>
                      <a:pt x="216" y="428"/>
                    </a:cubicBezTo>
                    <a:cubicBezTo>
                      <a:pt x="162" y="427"/>
                      <a:pt x="5" y="392"/>
                      <a:pt x="0" y="330"/>
                    </a:cubicBezTo>
                    <a:cubicBezTo>
                      <a:pt x="81" y="353"/>
                      <a:pt x="192" y="332"/>
                      <a:pt x="280" y="308"/>
                    </a:cubicBezTo>
                    <a:cubicBezTo>
                      <a:pt x="415" y="272"/>
                      <a:pt x="563" y="205"/>
                      <a:pt x="677" y="123"/>
                    </a:cubicBezTo>
                    <a:cubicBezTo>
                      <a:pt x="733" y="84"/>
                      <a:pt x="794" y="45"/>
                      <a:pt x="845" y="0"/>
                    </a:cubicBezTo>
                    <a:cubicBezTo>
                      <a:pt x="871" y="67"/>
                      <a:pt x="811" y="143"/>
                      <a:pt x="769" y="1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 rot="-496819">
                <a:off x="11885964" y="3921791"/>
                <a:ext cx="190760" cy="84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66" extrusionOk="0">
                    <a:moveTo>
                      <a:pt x="590" y="0"/>
                    </a:moveTo>
                    <a:cubicBezTo>
                      <a:pt x="538" y="23"/>
                      <a:pt x="490" y="48"/>
                      <a:pt x="436" y="66"/>
                    </a:cubicBezTo>
                    <a:cubicBezTo>
                      <a:pt x="385" y="83"/>
                      <a:pt x="333" y="93"/>
                      <a:pt x="281" y="104"/>
                    </a:cubicBezTo>
                    <a:cubicBezTo>
                      <a:pt x="233" y="115"/>
                      <a:pt x="189" y="131"/>
                      <a:pt x="150" y="164"/>
                    </a:cubicBezTo>
                    <a:cubicBezTo>
                      <a:pt x="109" y="199"/>
                      <a:pt x="68" y="260"/>
                      <a:pt x="6" y="249"/>
                    </a:cubicBezTo>
                    <a:cubicBezTo>
                      <a:pt x="2" y="248"/>
                      <a:pt x="-2" y="254"/>
                      <a:pt x="3" y="257"/>
                    </a:cubicBezTo>
                    <a:cubicBezTo>
                      <a:pt x="47" y="277"/>
                      <a:pt x="93" y="261"/>
                      <a:pt x="130" y="233"/>
                    </a:cubicBezTo>
                    <a:cubicBezTo>
                      <a:pt x="153" y="216"/>
                      <a:pt x="174" y="194"/>
                      <a:pt x="199" y="178"/>
                    </a:cubicBezTo>
                    <a:cubicBezTo>
                      <a:pt x="224" y="162"/>
                      <a:pt x="254" y="154"/>
                      <a:pt x="283" y="147"/>
                    </a:cubicBezTo>
                    <a:cubicBezTo>
                      <a:pt x="340" y="135"/>
                      <a:pt x="395" y="127"/>
                      <a:pt x="449" y="105"/>
                    </a:cubicBezTo>
                    <a:cubicBezTo>
                      <a:pt x="502" y="83"/>
                      <a:pt x="558" y="51"/>
                      <a:pt x="597" y="9"/>
                    </a:cubicBezTo>
                    <a:cubicBezTo>
                      <a:pt x="602" y="4"/>
                      <a:pt x="596" y="-3"/>
                      <a:pt x="5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 rot="-496819">
                <a:off x="11900971" y="3969783"/>
                <a:ext cx="95221" cy="42674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34" extrusionOk="0">
                    <a:moveTo>
                      <a:pt x="299" y="3"/>
                    </a:moveTo>
                    <a:cubicBezTo>
                      <a:pt x="288" y="-3"/>
                      <a:pt x="277" y="0"/>
                      <a:pt x="265" y="3"/>
                    </a:cubicBezTo>
                    <a:cubicBezTo>
                      <a:pt x="249" y="6"/>
                      <a:pt x="234" y="9"/>
                      <a:pt x="218" y="12"/>
                    </a:cubicBezTo>
                    <a:cubicBezTo>
                      <a:pt x="192" y="17"/>
                      <a:pt x="164" y="23"/>
                      <a:pt x="143" y="39"/>
                    </a:cubicBezTo>
                    <a:cubicBezTo>
                      <a:pt x="121" y="55"/>
                      <a:pt x="108" y="80"/>
                      <a:pt x="86" y="96"/>
                    </a:cubicBezTo>
                    <a:cubicBezTo>
                      <a:pt x="62" y="115"/>
                      <a:pt x="31" y="126"/>
                      <a:pt x="1" y="129"/>
                    </a:cubicBezTo>
                    <a:cubicBezTo>
                      <a:pt x="0" y="129"/>
                      <a:pt x="-1" y="132"/>
                      <a:pt x="1" y="132"/>
                    </a:cubicBezTo>
                    <a:cubicBezTo>
                      <a:pt x="26" y="136"/>
                      <a:pt x="49" y="132"/>
                      <a:pt x="72" y="121"/>
                    </a:cubicBezTo>
                    <a:cubicBezTo>
                      <a:pt x="98" y="109"/>
                      <a:pt x="115" y="89"/>
                      <a:pt x="134" y="68"/>
                    </a:cubicBezTo>
                    <a:cubicBezTo>
                      <a:pt x="155" y="44"/>
                      <a:pt x="182" y="35"/>
                      <a:pt x="212" y="28"/>
                    </a:cubicBezTo>
                    <a:cubicBezTo>
                      <a:pt x="228" y="25"/>
                      <a:pt x="243" y="22"/>
                      <a:pt x="258" y="19"/>
                    </a:cubicBezTo>
                    <a:cubicBezTo>
                      <a:pt x="272" y="17"/>
                      <a:pt x="289" y="16"/>
                      <a:pt x="299" y="5"/>
                    </a:cubicBezTo>
                    <a:cubicBezTo>
                      <a:pt x="300" y="4"/>
                      <a:pt x="300" y="3"/>
                      <a:pt x="299" y="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3225" rIns="90000" bIns="32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 rot="-496819">
                <a:off x="12010613" y="3925764"/>
                <a:ext cx="55094" cy="26114"/>
              </a:xfrm>
              <a:custGeom>
                <a:avLst/>
                <a:gdLst/>
                <a:ahLst/>
                <a:cxnLst/>
                <a:rect l="l" t="t" r="r" b="b"/>
                <a:pathLst>
                  <a:path w="173" h="82" extrusionOk="0">
                    <a:moveTo>
                      <a:pt x="171" y="0"/>
                    </a:moveTo>
                    <a:cubicBezTo>
                      <a:pt x="156" y="-1"/>
                      <a:pt x="143" y="12"/>
                      <a:pt x="131" y="19"/>
                    </a:cubicBezTo>
                    <a:cubicBezTo>
                      <a:pt x="117" y="26"/>
                      <a:pt x="104" y="34"/>
                      <a:pt x="90" y="41"/>
                    </a:cubicBezTo>
                    <a:cubicBezTo>
                      <a:pt x="61" y="55"/>
                      <a:pt x="32" y="68"/>
                      <a:pt x="2" y="78"/>
                    </a:cubicBezTo>
                    <a:cubicBezTo>
                      <a:pt x="0" y="79"/>
                      <a:pt x="0" y="82"/>
                      <a:pt x="3" y="82"/>
                    </a:cubicBezTo>
                    <a:cubicBezTo>
                      <a:pt x="35" y="80"/>
                      <a:pt x="65" y="70"/>
                      <a:pt x="93" y="56"/>
                    </a:cubicBezTo>
                    <a:cubicBezTo>
                      <a:pt x="108" y="49"/>
                      <a:pt x="122" y="41"/>
                      <a:pt x="136" y="33"/>
                    </a:cubicBezTo>
                    <a:cubicBezTo>
                      <a:pt x="143" y="29"/>
                      <a:pt x="150" y="24"/>
                      <a:pt x="158" y="20"/>
                    </a:cubicBezTo>
                    <a:cubicBezTo>
                      <a:pt x="165" y="16"/>
                      <a:pt x="170" y="12"/>
                      <a:pt x="173" y="5"/>
                    </a:cubicBezTo>
                    <a:cubicBezTo>
                      <a:pt x="174" y="3"/>
                      <a:pt x="173" y="0"/>
                      <a:pt x="1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5202490" y="3056375"/>
              <a:ext cx="1632600" cy="1010880"/>
              <a:chOff x="5595740" y="3056375"/>
              <a:chExt cx="1632600" cy="101088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6301340" y="3950975"/>
                <a:ext cx="561240" cy="116280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323" extrusionOk="0">
                    <a:moveTo>
                      <a:pt x="779" y="130"/>
                    </a:moveTo>
                    <a:lnTo>
                      <a:pt x="0" y="0"/>
                    </a:lnTo>
                    <a:lnTo>
                      <a:pt x="0" y="211"/>
                    </a:lnTo>
                    <a:cubicBezTo>
                      <a:pt x="0" y="211"/>
                      <a:pt x="0" y="320"/>
                      <a:pt x="765" y="323"/>
                    </a:cubicBezTo>
                    <a:lnTo>
                      <a:pt x="765" y="323"/>
                    </a:lnTo>
                    <a:cubicBezTo>
                      <a:pt x="770" y="323"/>
                      <a:pt x="775" y="323"/>
                      <a:pt x="779" y="323"/>
                    </a:cubicBezTo>
                    <a:cubicBezTo>
                      <a:pt x="784" y="323"/>
                      <a:pt x="788" y="323"/>
                      <a:pt x="792" y="323"/>
                    </a:cubicBezTo>
                    <a:lnTo>
                      <a:pt x="792" y="323"/>
                    </a:lnTo>
                    <a:cubicBezTo>
                      <a:pt x="1559" y="320"/>
                      <a:pt x="1559" y="211"/>
                      <a:pt x="1559" y="211"/>
                    </a:cubicBezTo>
                    <a:lnTo>
                      <a:pt x="1559" y="0"/>
                    </a:lnTo>
                    <a:lnTo>
                      <a:pt x="779" y="13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5595740" y="3174455"/>
                <a:ext cx="531000" cy="661320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1837" extrusionOk="0">
                    <a:moveTo>
                      <a:pt x="1447" y="1837"/>
                    </a:moveTo>
                    <a:cubicBezTo>
                      <a:pt x="1269" y="1755"/>
                      <a:pt x="1089" y="1715"/>
                      <a:pt x="915" y="1612"/>
                    </a:cubicBezTo>
                    <a:cubicBezTo>
                      <a:pt x="775" y="1529"/>
                      <a:pt x="643" y="1436"/>
                      <a:pt x="522" y="1330"/>
                    </a:cubicBezTo>
                    <a:lnTo>
                      <a:pt x="521" y="1329"/>
                    </a:lnTo>
                    <a:cubicBezTo>
                      <a:pt x="448" y="1265"/>
                      <a:pt x="379" y="1197"/>
                      <a:pt x="314" y="1124"/>
                    </a:cubicBezTo>
                    <a:cubicBezTo>
                      <a:pt x="131" y="919"/>
                      <a:pt x="-55" y="636"/>
                      <a:pt x="15" y="351"/>
                    </a:cubicBezTo>
                    <a:cubicBezTo>
                      <a:pt x="64" y="148"/>
                      <a:pt x="312" y="-19"/>
                      <a:pt x="523" y="1"/>
                    </a:cubicBezTo>
                    <a:cubicBezTo>
                      <a:pt x="652" y="13"/>
                      <a:pt x="783" y="91"/>
                      <a:pt x="890" y="193"/>
                    </a:cubicBezTo>
                    <a:cubicBezTo>
                      <a:pt x="980" y="277"/>
                      <a:pt x="1054" y="377"/>
                      <a:pt x="1097" y="468"/>
                    </a:cubicBezTo>
                    <a:cubicBezTo>
                      <a:pt x="1142" y="566"/>
                      <a:pt x="1187" y="783"/>
                      <a:pt x="1006" y="744"/>
                    </a:cubicBezTo>
                    <a:cubicBezTo>
                      <a:pt x="888" y="719"/>
                      <a:pt x="831" y="542"/>
                      <a:pt x="768" y="452"/>
                    </a:cubicBezTo>
                    <a:cubicBezTo>
                      <a:pt x="707" y="364"/>
                      <a:pt x="558" y="240"/>
                      <a:pt x="437" y="224"/>
                    </a:cubicBezTo>
                    <a:cubicBezTo>
                      <a:pt x="416" y="221"/>
                      <a:pt x="397" y="222"/>
                      <a:pt x="379" y="226"/>
                    </a:cubicBezTo>
                    <a:cubicBezTo>
                      <a:pt x="323" y="238"/>
                      <a:pt x="279" y="285"/>
                      <a:pt x="262" y="386"/>
                    </a:cubicBezTo>
                    <a:cubicBezTo>
                      <a:pt x="245" y="485"/>
                      <a:pt x="269" y="586"/>
                      <a:pt x="315" y="681"/>
                    </a:cubicBezTo>
                    <a:cubicBezTo>
                      <a:pt x="389" y="836"/>
                      <a:pt x="521" y="977"/>
                      <a:pt x="629" y="1073"/>
                    </a:cubicBezTo>
                    <a:cubicBezTo>
                      <a:pt x="738" y="1170"/>
                      <a:pt x="855" y="1259"/>
                      <a:pt x="979" y="1335"/>
                    </a:cubicBezTo>
                    <a:cubicBezTo>
                      <a:pt x="992" y="1343"/>
                      <a:pt x="1005" y="1350"/>
                      <a:pt x="1018" y="1357"/>
                    </a:cubicBezTo>
                    <a:cubicBezTo>
                      <a:pt x="1117" y="1411"/>
                      <a:pt x="1211" y="1439"/>
                      <a:pt x="1315" y="1484"/>
                    </a:cubicBezTo>
                    <a:cubicBezTo>
                      <a:pt x="1421" y="1530"/>
                      <a:pt x="1527" y="1714"/>
                      <a:pt x="1447" y="183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5902820" y="3056375"/>
                <a:ext cx="1325520" cy="970560"/>
              </a:xfrm>
              <a:custGeom>
                <a:avLst/>
                <a:gdLst/>
                <a:ahLst/>
                <a:cxnLst/>
                <a:rect l="l" t="t" r="r" b="b"/>
                <a:pathLst>
                  <a:path w="3682" h="2696" extrusionOk="0">
                    <a:moveTo>
                      <a:pt x="3681" y="220"/>
                    </a:moveTo>
                    <a:cubicBezTo>
                      <a:pt x="3472" y="916"/>
                      <a:pt x="3574" y="1827"/>
                      <a:pt x="2981" y="2377"/>
                    </a:cubicBezTo>
                    <a:cubicBezTo>
                      <a:pt x="2884" y="2467"/>
                      <a:pt x="2793" y="2532"/>
                      <a:pt x="2677" y="2595"/>
                    </a:cubicBezTo>
                    <a:cubicBezTo>
                      <a:pt x="2565" y="2657"/>
                      <a:pt x="2370" y="2680"/>
                      <a:pt x="2244" y="2686"/>
                    </a:cubicBezTo>
                    <a:cubicBezTo>
                      <a:pt x="2147" y="2690"/>
                      <a:pt x="2021" y="2699"/>
                      <a:pt x="1925" y="2694"/>
                    </a:cubicBezTo>
                    <a:cubicBezTo>
                      <a:pt x="1861" y="2690"/>
                      <a:pt x="1811" y="2694"/>
                      <a:pt x="1746" y="2694"/>
                    </a:cubicBezTo>
                    <a:cubicBezTo>
                      <a:pt x="1519" y="2693"/>
                      <a:pt x="1205" y="2705"/>
                      <a:pt x="1004" y="2595"/>
                    </a:cubicBezTo>
                    <a:cubicBezTo>
                      <a:pt x="888" y="2532"/>
                      <a:pt x="797" y="2467"/>
                      <a:pt x="700" y="2377"/>
                    </a:cubicBezTo>
                    <a:cubicBezTo>
                      <a:pt x="107" y="1827"/>
                      <a:pt x="208" y="916"/>
                      <a:pt x="0" y="220"/>
                    </a:cubicBezTo>
                    <a:cubicBezTo>
                      <a:pt x="3" y="212"/>
                      <a:pt x="7" y="205"/>
                      <a:pt x="12" y="199"/>
                    </a:cubicBezTo>
                    <a:cubicBezTo>
                      <a:pt x="35" y="168"/>
                      <a:pt x="72" y="152"/>
                      <a:pt x="107" y="139"/>
                    </a:cubicBezTo>
                    <a:cubicBezTo>
                      <a:pt x="143" y="125"/>
                      <a:pt x="201" y="119"/>
                      <a:pt x="240" y="110"/>
                    </a:cubicBezTo>
                    <a:cubicBezTo>
                      <a:pt x="348" y="85"/>
                      <a:pt x="901" y="23"/>
                      <a:pt x="1062" y="23"/>
                    </a:cubicBezTo>
                    <a:cubicBezTo>
                      <a:pt x="1262" y="23"/>
                      <a:pt x="1461" y="0"/>
                      <a:pt x="1661" y="0"/>
                    </a:cubicBezTo>
                    <a:cubicBezTo>
                      <a:pt x="2161" y="0"/>
                      <a:pt x="2690" y="-9"/>
                      <a:pt x="3183" y="54"/>
                    </a:cubicBezTo>
                    <a:cubicBezTo>
                      <a:pt x="3321" y="72"/>
                      <a:pt x="3475" y="83"/>
                      <a:pt x="3601" y="131"/>
                    </a:cubicBezTo>
                    <a:cubicBezTo>
                      <a:pt x="3629" y="142"/>
                      <a:pt x="3667" y="171"/>
                      <a:pt x="3678" y="198"/>
                    </a:cubicBezTo>
                    <a:cubicBezTo>
                      <a:pt x="3682" y="205"/>
                      <a:pt x="3683" y="213"/>
                      <a:pt x="3681" y="2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5940075" y="3085125"/>
                <a:ext cx="1212849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310" extrusionOk="0">
                    <a:moveTo>
                      <a:pt x="3637" y="166"/>
                    </a:moveTo>
                    <a:cubicBezTo>
                      <a:pt x="3590" y="214"/>
                      <a:pt x="3479" y="235"/>
                      <a:pt x="3426" y="242"/>
                    </a:cubicBezTo>
                    <a:lnTo>
                      <a:pt x="3425" y="242"/>
                    </a:lnTo>
                    <a:cubicBezTo>
                      <a:pt x="3134" y="276"/>
                      <a:pt x="2839" y="291"/>
                      <a:pt x="2544" y="301"/>
                    </a:cubicBezTo>
                    <a:cubicBezTo>
                      <a:pt x="2182" y="314"/>
                      <a:pt x="1817" y="291"/>
                      <a:pt x="1456" y="306"/>
                    </a:cubicBezTo>
                    <a:cubicBezTo>
                      <a:pt x="1124" y="319"/>
                      <a:pt x="789" y="293"/>
                      <a:pt x="459" y="269"/>
                    </a:cubicBezTo>
                    <a:cubicBezTo>
                      <a:pt x="399" y="265"/>
                      <a:pt x="337" y="258"/>
                      <a:pt x="277" y="248"/>
                    </a:cubicBezTo>
                    <a:cubicBezTo>
                      <a:pt x="203" y="236"/>
                      <a:pt x="131" y="220"/>
                      <a:pt x="66" y="200"/>
                    </a:cubicBezTo>
                    <a:cubicBezTo>
                      <a:pt x="53" y="196"/>
                      <a:pt x="26" y="184"/>
                      <a:pt x="0" y="168"/>
                    </a:cubicBezTo>
                    <a:cubicBezTo>
                      <a:pt x="23" y="142"/>
                      <a:pt x="60" y="128"/>
                      <a:pt x="95" y="117"/>
                    </a:cubicBezTo>
                    <a:cubicBezTo>
                      <a:pt x="130" y="105"/>
                      <a:pt x="188" y="100"/>
                      <a:pt x="226" y="92"/>
                    </a:cubicBezTo>
                    <a:cubicBezTo>
                      <a:pt x="333" y="71"/>
                      <a:pt x="881" y="19"/>
                      <a:pt x="1041" y="19"/>
                    </a:cubicBezTo>
                    <a:cubicBezTo>
                      <a:pt x="1240" y="19"/>
                      <a:pt x="1438" y="0"/>
                      <a:pt x="1636" y="0"/>
                    </a:cubicBezTo>
                    <a:cubicBezTo>
                      <a:pt x="2132" y="0"/>
                      <a:pt x="2656" y="-8"/>
                      <a:pt x="3146" y="45"/>
                    </a:cubicBezTo>
                    <a:cubicBezTo>
                      <a:pt x="3282" y="60"/>
                      <a:pt x="3435" y="69"/>
                      <a:pt x="3560" y="110"/>
                    </a:cubicBezTo>
                    <a:cubicBezTo>
                      <a:pt x="3588" y="119"/>
                      <a:pt x="3626" y="144"/>
                      <a:pt x="3637" y="16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6006850" y="3120600"/>
                <a:ext cx="1106923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177" extrusionOk="0">
                    <a:moveTo>
                      <a:pt x="3148" y="109"/>
                    </a:moveTo>
                    <a:cubicBezTo>
                      <a:pt x="3009" y="125"/>
                      <a:pt x="2868" y="137"/>
                      <a:pt x="2727" y="146"/>
                    </a:cubicBezTo>
                    <a:cubicBezTo>
                      <a:pt x="2574" y="157"/>
                      <a:pt x="2420" y="163"/>
                      <a:pt x="2267" y="168"/>
                    </a:cubicBezTo>
                    <a:cubicBezTo>
                      <a:pt x="1905" y="181"/>
                      <a:pt x="1540" y="158"/>
                      <a:pt x="1179" y="173"/>
                    </a:cubicBezTo>
                    <a:cubicBezTo>
                      <a:pt x="847" y="186"/>
                      <a:pt x="512" y="160"/>
                      <a:pt x="182" y="136"/>
                    </a:cubicBezTo>
                    <a:cubicBezTo>
                      <a:pt x="181" y="136"/>
                      <a:pt x="179" y="136"/>
                      <a:pt x="178" y="136"/>
                    </a:cubicBezTo>
                    <a:cubicBezTo>
                      <a:pt x="119" y="132"/>
                      <a:pt x="59" y="125"/>
                      <a:pt x="0" y="115"/>
                    </a:cubicBezTo>
                    <a:cubicBezTo>
                      <a:pt x="32" y="105"/>
                      <a:pt x="79" y="100"/>
                      <a:pt x="112" y="93"/>
                    </a:cubicBezTo>
                    <a:cubicBezTo>
                      <a:pt x="209" y="71"/>
                      <a:pt x="710" y="19"/>
                      <a:pt x="856" y="19"/>
                    </a:cubicBezTo>
                    <a:cubicBezTo>
                      <a:pt x="890" y="19"/>
                      <a:pt x="925" y="19"/>
                      <a:pt x="959" y="18"/>
                    </a:cubicBezTo>
                    <a:cubicBezTo>
                      <a:pt x="1106" y="13"/>
                      <a:pt x="1251" y="0"/>
                      <a:pt x="1398" y="0"/>
                    </a:cubicBezTo>
                    <a:cubicBezTo>
                      <a:pt x="1673" y="0"/>
                      <a:pt x="1956" y="-3"/>
                      <a:pt x="2236" y="7"/>
                    </a:cubicBezTo>
                    <a:cubicBezTo>
                      <a:pt x="2419" y="13"/>
                      <a:pt x="2600" y="25"/>
                      <a:pt x="2777" y="46"/>
                    </a:cubicBezTo>
                    <a:cubicBezTo>
                      <a:pt x="2899" y="60"/>
                      <a:pt x="3036" y="70"/>
                      <a:pt x="3148" y="1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8700" rIns="90000" bIns="18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6252130" y="3959958"/>
              <a:ext cx="299513" cy="166507"/>
              <a:chOff x="10790180" y="3959958"/>
              <a:chExt cx="299513" cy="166507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10790180" y="3959958"/>
                <a:ext cx="299513" cy="16650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37" extrusionOk="0">
                    <a:moveTo>
                      <a:pt x="699" y="334"/>
                    </a:moveTo>
                    <a:cubicBezTo>
                      <a:pt x="569" y="439"/>
                      <a:pt x="385" y="460"/>
                      <a:pt x="228" y="413"/>
                    </a:cubicBezTo>
                    <a:cubicBezTo>
                      <a:pt x="163" y="394"/>
                      <a:pt x="36" y="355"/>
                      <a:pt x="4" y="278"/>
                    </a:cubicBezTo>
                    <a:cubicBezTo>
                      <a:pt x="0" y="254"/>
                      <a:pt x="0" y="232"/>
                      <a:pt x="2" y="211"/>
                    </a:cubicBezTo>
                    <a:cubicBezTo>
                      <a:pt x="19" y="98"/>
                      <a:pt x="139" y="50"/>
                      <a:pt x="255" y="28"/>
                    </a:cubicBezTo>
                    <a:cubicBezTo>
                      <a:pt x="382" y="4"/>
                      <a:pt x="618" y="-32"/>
                      <a:pt x="729" y="55"/>
                    </a:cubicBezTo>
                    <a:cubicBezTo>
                      <a:pt x="756" y="77"/>
                      <a:pt x="773" y="103"/>
                      <a:pt x="781" y="130"/>
                    </a:cubicBezTo>
                    <a:cubicBezTo>
                      <a:pt x="801" y="202"/>
                      <a:pt x="763" y="283"/>
                      <a:pt x="699" y="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10790180" y="4009492"/>
                <a:ext cx="299513" cy="116974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07" extrusionOk="0">
                    <a:moveTo>
                      <a:pt x="699" y="204"/>
                    </a:moveTo>
                    <a:cubicBezTo>
                      <a:pt x="569" y="309"/>
                      <a:pt x="385" y="330"/>
                      <a:pt x="228" y="283"/>
                    </a:cubicBezTo>
                    <a:cubicBezTo>
                      <a:pt x="163" y="264"/>
                      <a:pt x="36" y="225"/>
                      <a:pt x="4" y="148"/>
                    </a:cubicBezTo>
                    <a:cubicBezTo>
                      <a:pt x="0" y="124"/>
                      <a:pt x="0" y="102"/>
                      <a:pt x="2" y="81"/>
                    </a:cubicBezTo>
                    <a:cubicBezTo>
                      <a:pt x="60" y="137"/>
                      <a:pt x="179" y="170"/>
                      <a:pt x="245" y="180"/>
                    </a:cubicBezTo>
                    <a:cubicBezTo>
                      <a:pt x="458" y="213"/>
                      <a:pt x="643" y="142"/>
                      <a:pt x="781" y="0"/>
                    </a:cubicBezTo>
                    <a:cubicBezTo>
                      <a:pt x="801" y="72"/>
                      <a:pt x="763" y="153"/>
                      <a:pt x="699" y="2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10832477" y="3988916"/>
                <a:ext cx="194341" cy="42675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12" extrusionOk="0">
                    <a:moveTo>
                      <a:pt x="510" y="36"/>
                    </a:moveTo>
                    <a:cubicBezTo>
                      <a:pt x="493" y="-4"/>
                      <a:pt x="445" y="-5"/>
                      <a:pt x="408" y="5"/>
                    </a:cubicBezTo>
                    <a:cubicBezTo>
                      <a:pt x="383" y="12"/>
                      <a:pt x="359" y="23"/>
                      <a:pt x="332" y="24"/>
                    </a:cubicBezTo>
                    <a:cubicBezTo>
                      <a:pt x="309" y="26"/>
                      <a:pt x="286" y="21"/>
                      <a:pt x="263" y="18"/>
                    </a:cubicBezTo>
                    <a:cubicBezTo>
                      <a:pt x="217" y="11"/>
                      <a:pt x="176" y="14"/>
                      <a:pt x="136" y="39"/>
                    </a:cubicBezTo>
                    <a:cubicBezTo>
                      <a:pt x="117" y="51"/>
                      <a:pt x="99" y="65"/>
                      <a:pt x="79" y="75"/>
                    </a:cubicBezTo>
                    <a:cubicBezTo>
                      <a:pt x="53" y="88"/>
                      <a:pt x="32" y="91"/>
                      <a:pt x="4" y="90"/>
                    </a:cubicBezTo>
                    <a:cubicBezTo>
                      <a:pt x="1" y="89"/>
                      <a:pt x="-1" y="93"/>
                      <a:pt x="1" y="95"/>
                    </a:cubicBezTo>
                    <a:cubicBezTo>
                      <a:pt x="26" y="123"/>
                      <a:pt x="72" y="112"/>
                      <a:pt x="102" y="97"/>
                    </a:cubicBezTo>
                    <a:cubicBezTo>
                      <a:pt x="146" y="76"/>
                      <a:pt x="180" y="48"/>
                      <a:pt x="232" y="53"/>
                    </a:cubicBezTo>
                    <a:cubicBezTo>
                      <a:pt x="276" y="57"/>
                      <a:pt x="320" y="71"/>
                      <a:pt x="365" y="61"/>
                    </a:cubicBezTo>
                    <a:cubicBezTo>
                      <a:pt x="411" y="51"/>
                      <a:pt x="457" y="24"/>
                      <a:pt x="505" y="42"/>
                    </a:cubicBezTo>
                    <a:cubicBezTo>
                      <a:pt x="509" y="44"/>
                      <a:pt x="512" y="39"/>
                      <a:pt x="510" y="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10841623" y="3998823"/>
                <a:ext cx="172239" cy="3314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87" extrusionOk="0">
                    <a:moveTo>
                      <a:pt x="452" y="15"/>
                    </a:moveTo>
                    <a:cubicBezTo>
                      <a:pt x="425" y="-16"/>
                      <a:pt x="369" y="8"/>
                      <a:pt x="338" y="17"/>
                    </a:cubicBezTo>
                    <a:cubicBezTo>
                      <a:pt x="312" y="25"/>
                      <a:pt x="289" y="28"/>
                      <a:pt x="262" y="21"/>
                    </a:cubicBezTo>
                    <a:cubicBezTo>
                      <a:pt x="241" y="17"/>
                      <a:pt x="221" y="11"/>
                      <a:pt x="200" y="12"/>
                    </a:cubicBezTo>
                    <a:cubicBezTo>
                      <a:pt x="166" y="15"/>
                      <a:pt x="135" y="31"/>
                      <a:pt x="105" y="46"/>
                    </a:cubicBezTo>
                    <a:cubicBezTo>
                      <a:pt x="71" y="64"/>
                      <a:pt x="39" y="79"/>
                      <a:pt x="1" y="83"/>
                    </a:cubicBezTo>
                    <a:cubicBezTo>
                      <a:pt x="0" y="83"/>
                      <a:pt x="0" y="84"/>
                      <a:pt x="1" y="84"/>
                    </a:cubicBezTo>
                    <a:cubicBezTo>
                      <a:pt x="67" y="102"/>
                      <a:pt x="126" y="38"/>
                      <a:pt x="187" y="27"/>
                    </a:cubicBezTo>
                    <a:cubicBezTo>
                      <a:pt x="230" y="19"/>
                      <a:pt x="270" y="45"/>
                      <a:pt x="313" y="37"/>
                    </a:cubicBezTo>
                    <a:cubicBezTo>
                      <a:pt x="335" y="34"/>
                      <a:pt x="356" y="25"/>
                      <a:pt x="377" y="19"/>
                    </a:cubicBezTo>
                    <a:cubicBezTo>
                      <a:pt x="389" y="16"/>
                      <a:pt x="401" y="14"/>
                      <a:pt x="413" y="15"/>
                    </a:cubicBezTo>
                    <a:cubicBezTo>
                      <a:pt x="425" y="15"/>
                      <a:pt x="437" y="19"/>
                      <a:pt x="449" y="21"/>
                    </a:cubicBezTo>
                    <a:cubicBezTo>
                      <a:pt x="452" y="22"/>
                      <a:pt x="453" y="18"/>
                      <a:pt x="452" y="1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10902973" y="4026638"/>
                <a:ext cx="24388" cy="495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3" extrusionOk="0">
                    <a:moveTo>
                      <a:pt x="63" y="3"/>
                    </a:moveTo>
                    <a:cubicBezTo>
                      <a:pt x="60" y="2"/>
                      <a:pt x="58" y="1"/>
                      <a:pt x="55" y="1"/>
                    </a:cubicBezTo>
                    <a:cubicBezTo>
                      <a:pt x="53" y="0"/>
                      <a:pt x="51" y="0"/>
                      <a:pt x="48" y="0"/>
                    </a:cubicBezTo>
                    <a:cubicBezTo>
                      <a:pt x="43" y="0"/>
                      <a:pt x="38" y="0"/>
                      <a:pt x="33" y="1"/>
                    </a:cubicBezTo>
                    <a:cubicBezTo>
                      <a:pt x="23" y="3"/>
                      <a:pt x="13" y="5"/>
                      <a:pt x="3" y="7"/>
                    </a:cubicBezTo>
                    <a:cubicBezTo>
                      <a:pt x="-1" y="8"/>
                      <a:pt x="0" y="14"/>
                      <a:pt x="5" y="13"/>
                    </a:cubicBezTo>
                    <a:cubicBezTo>
                      <a:pt x="14" y="12"/>
                      <a:pt x="24" y="11"/>
                      <a:pt x="33" y="11"/>
                    </a:cubicBezTo>
                    <a:cubicBezTo>
                      <a:pt x="38" y="11"/>
                      <a:pt x="43" y="10"/>
                      <a:pt x="48" y="10"/>
                    </a:cubicBezTo>
                    <a:cubicBezTo>
                      <a:pt x="50" y="10"/>
                      <a:pt x="52" y="9"/>
                      <a:pt x="55" y="9"/>
                    </a:cubicBezTo>
                    <a:cubicBezTo>
                      <a:pt x="57" y="9"/>
                      <a:pt x="60" y="7"/>
                      <a:pt x="62" y="7"/>
                    </a:cubicBezTo>
                    <a:cubicBezTo>
                      <a:pt x="64" y="7"/>
                      <a:pt x="65" y="3"/>
                      <a:pt x="63" y="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TABLE OF CONTENT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1313500"/>
            <a:ext cx="5829300" cy="333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1.EXECUTIVE SUMMARY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2.DATA SYSTEMS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3.QUANTITATIVE ANALYSIS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4.INSIGHTS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5.IMPLEMENTATIONS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5.Q&amp;A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EXECUTIVE SUMMARY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1313500"/>
            <a:ext cx="5829300" cy="359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Percentage contribution on  sales performance in our  3 stores Location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1589625"/>
              </p:ext>
            </p:extLst>
          </p:nvPr>
        </p:nvGraphicFramePr>
        <p:xfrm>
          <a:off x="914400" y="1846000"/>
          <a:ext cx="5995556" cy="3067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6536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DATA SYSTEMS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1313500"/>
            <a:ext cx="5829300" cy="359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Quantitative Report was build on our structured Data in our Warehouse .</a:t>
            </a:r>
          </a:p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Cross-Functional team was build to authentic our raw Data.</a:t>
            </a:r>
          </a:p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External  Auditors were appointed to ensure water-tired report  for In-depth report 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4.Databricks System was used to process Raw Data at hand.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 Excel was used for Static Report and graphs provided.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6.Canva  and Miro was used for Brainstorming and Project plan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8765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KEY PERFORMANCE INDICATORS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1313500"/>
            <a:ext cx="5829300" cy="359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1.Total Revenue=R698812.33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2.Amount of Sales per store over there last 6 months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424119"/>
              </p:ext>
            </p:extLst>
          </p:nvPr>
        </p:nvGraphicFramePr>
        <p:xfrm>
          <a:off x="1366405" y="1952625"/>
          <a:ext cx="4572000" cy="319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865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SALES PER</a:t>
            </a:r>
            <a:r>
              <a:rPr lang="en-US" dirty="0" smtClean="0"/>
              <a:t> PRODUCT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1313500"/>
            <a:ext cx="5829300" cy="359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1.Coffee and Tea remains our Best sellers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2.Our flavored products and Packaged products like Iced tea need to be revisited and apply strategic moves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424119"/>
              </p:ext>
            </p:extLst>
          </p:nvPr>
        </p:nvGraphicFramePr>
        <p:xfrm>
          <a:off x="1366405" y="1952625"/>
          <a:ext cx="4572000" cy="319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113286"/>
              </p:ext>
            </p:extLst>
          </p:nvPr>
        </p:nvGraphicFramePr>
        <p:xfrm>
          <a:off x="1306602" y="2462645"/>
          <a:ext cx="6457950" cy="2597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3922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Day Breakdown Sales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973075"/>
            <a:ext cx="3927763" cy="393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1.Morning &amp; Afternoon sales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illustrate more potential customers, where resources could be allocated.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2.Campaigns and promotions are needed on Mid morning slot where promoting package products could be used .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019442"/>
              </p:ext>
            </p:extLst>
          </p:nvPr>
        </p:nvGraphicFramePr>
        <p:xfrm>
          <a:off x="737755" y="1079789"/>
          <a:ext cx="3927763" cy="319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204239"/>
              </p:ext>
            </p:extLst>
          </p:nvPr>
        </p:nvGraphicFramePr>
        <p:xfrm>
          <a:off x="4572000" y="1925725"/>
          <a:ext cx="4219575" cy="2981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8859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8009475" y="720657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Medium"/>
                <a:ea typeface="Montserrat Medium"/>
                <a:cs typeface="Montserrat Medium"/>
                <a:sym typeface="Montserrat Medium"/>
              </a:rPr>
              <a:t>7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Hourly Breakdown on Sales Per Store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973075"/>
            <a:ext cx="3927763" cy="393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1.Zoom in hourly sales 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149780"/>
              </p:ext>
            </p:extLst>
          </p:nvPr>
        </p:nvGraphicFramePr>
        <p:xfrm>
          <a:off x="1573619" y="1502757"/>
          <a:ext cx="6826906" cy="3052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198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8194555" y="688739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Medium"/>
                <a:ea typeface="Montserrat Medium"/>
                <a:cs typeface="Montserrat Medium"/>
                <a:sym typeface="Montserrat Medium"/>
              </a:rPr>
              <a:t>8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Last 6 Months Sales Performance in 3 Stores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973075"/>
            <a:ext cx="3927763" cy="393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Breakdown on Monthly performance per Store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0767279"/>
              </p:ext>
            </p:extLst>
          </p:nvPr>
        </p:nvGraphicFramePr>
        <p:xfrm>
          <a:off x="452550" y="2032440"/>
          <a:ext cx="7839075" cy="2991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9199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7764552" y="582025"/>
            <a:ext cx="782100" cy="78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9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IMPLEMENTATIONS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737755" y="1313500"/>
            <a:ext cx="5829300" cy="359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our store with re-branding .</a:t>
            </a:r>
          </a:p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2.Review store KPI’s per location with continues reporting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.Come up with a strategy on up scaling packaged products sales.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 Put  more stuff on peak hours.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.Promote pride on our stuff to meet exceptional customer satisfaction.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6.Promite high margin products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99628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ctrTitle"/>
          </p:nvPr>
        </p:nvSpPr>
        <p:spPr>
          <a:xfrm>
            <a:off x="715100" y="290945"/>
            <a:ext cx="4487400" cy="2844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THANK YOU</a:t>
            </a:r>
            <a:endParaRPr dirty="0"/>
          </a:p>
        </p:txBody>
      </p:sp>
      <p:sp>
        <p:nvSpPr>
          <p:cNvPr id="49" name="Google Shape;49;p15"/>
          <p:cNvSpPr txBox="1">
            <a:spLocks noGrp="1"/>
          </p:cNvSpPr>
          <p:nvPr>
            <p:ph type="subTitle" idx="1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END</a:t>
            </a:r>
            <a:endParaRPr dirty="0"/>
          </a:p>
        </p:txBody>
      </p:sp>
      <p:sp>
        <p:nvSpPr>
          <p:cNvPr id="50" name="Google Shape;50;p15"/>
          <p:cNvSpPr txBox="1"/>
          <p:nvPr/>
        </p:nvSpPr>
        <p:spPr>
          <a:xfrm>
            <a:off x="6226844" y="4925745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Presented by :Pascal Mmamogopodi</a:t>
            </a:r>
            <a:endParaRPr sz="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" name="Google Shape;51;p15"/>
          <p:cNvGrpSpPr/>
          <p:nvPr/>
        </p:nvGrpSpPr>
        <p:grpSpPr>
          <a:xfrm>
            <a:off x="5202490" y="876104"/>
            <a:ext cx="3079900" cy="3250362"/>
            <a:chOff x="5202490" y="876104"/>
            <a:chExt cx="3079900" cy="3250362"/>
          </a:xfrm>
        </p:grpSpPr>
        <p:grpSp>
          <p:nvGrpSpPr>
            <p:cNvPr id="52" name="Google Shape;52;p15"/>
            <p:cNvGrpSpPr/>
            <p:nvPr/>
          </p:nvGrpSpPr>
          <p:grpSpPr>
            <a:xfrm rot="4097469">
              <a:off x="6626929" y="1977356"/>
              <a:ext cx="1408567" cy="1486790"/>
              <a:chOff x="9143991" y="2472810"/>
              <a:chExt cx="1408529" cy="1486751"/>
            </a:xfrm>
          </p:grpSpPr>
          <p:sp>
            <p:nvSpPr>
              <p:cNvPr id="53" name="Google Shape;53;p15"/>
              <p:cNvSpPr/>
              <p:nvPr/>
            </p:nvSpPr>
            <p:spPr>
              <a:xfrm rot="315303">
                <a:off x="9204226" y="2528908"/>
                <a:ext cx="1288059" cy="137455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3214" extrusionOk="0">
                    <a:moveTo>
                      <a:pt x="1814" y="573"/>
                    </a:moveTo>
                    <a:cubicBezTo>
                      <a:pt x="1920" y="759"/>
                      <a:pt x="1842" y="927"/>
                      <a:pt x="2048" y="1033"/>
                    </a:cubicBezTo>
                    <a:cubicBezTo>
                      <a:pt x="2300" y="1161"/>
                      <a:pt x="2525" y="1158"/>
                      <a:pt x="2734" y="1386"/>
                    </a:cubicBezTo>
                    <a:cubicBezTo>
                      <a:pt x="3137" y="1826"/>
                      <a:pt x="3078" y="2447"/>
                      <a:pt x="2709" y="2858"/>
                    </a:cubicBezTo>
                    <a:cubicBezTo>
                      <a:pt x="2658" y="2915"/>
                      <a:pt x="2601" y="2968"/>
                      <a:pt x="2538" y="3016"/>
                    </a:cubicBezTo>
                    <a:cubicBezTo>
                      <a:pt x="2023" y="3408"/>
                      <a:pt x="1453" y="3183"/>
                      <a:pt x="1127" y="2652"/>
                    </a:cubicBezTo>
                    <a:cubicBezTo>
                      <a:pt x="1036" y="2504"/>
                      <a:pt x="1035" y="2284"/>
                      <a:pt x="911" y="2166"/>
                    </a:cubicBezTo>
                    <a:cubicBezTo>
                      <a:pt x="794" y="2054"/>
                      <a:pt x="589" y="2057"/>
                      <a:pt x="504" y="1900"/>
                    </a:cubicBezTo>
                    <a:cubicBezTo>
                      <a:pt x="403" y="1714"/>
                      <a:pt x="563" y="1479"/>
                      <a:pt x="482" y="1294"/>
                    </a:cubicBezTo>
                    <a:cubicBezTo>
                      <a:pt x="416" y="1144"/>
                      <a:pt x="335" y="1212"/>
                      <a:pt x="219" y="1150"/>
                    </a:cubicBezTo>
                    <a:cubicBezTo>
                      <a:pt x="-72" y="995"/>
                      <a:pt x="-8" y="332"/>
                      <a:pt x="47" y="68"/>
                    </a:cubicBezTo>
                    <a:cubicBezTo>
                      <a:pt x="59" y="42"/>
                      <a:pt x="70" y="25"/>
                      <a:pt x="81" y="14"/>
                    </a:cubicBezTo>
                    <a:cubicBezTo>
                      <a:pt x="135" y="-41"/>
                      <a:pt x="181" y="74"/>
                      <a:pt x="237" y="120"/>
                    </a:cubicBezTo>
                    <a:cubicBezTo>
                      <a:pt x="386" y="243"/>
                      <a:pt x="468" y="220"/>
                      <a:pt x="622" y="169"/>
                    </a:cubicBezTo>
                    <a:cubicBezTo>
                      <a:pt x="905" y="74"/>
                      <a:pt x="809" y="330"/>
                      <a:pt x="1049" y="409"/>
                    </a:cubicBezTo>
                    <a:cubicBezTo>
                      <a:pt x="1174" y="451"/>
                      <a:pt x="1274" y="326"/>
                      <a:pt x="1395" y="314"/>
                    </a:cubicBezTo>
                    <a:cubicBezTo>
                      <a:pt x="1568" y="298"/>
                      <a:pt x="1732" y="428"/>
                      <a:pt x="1814" y="5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 rot="315303">
                <a:off x="9245294" y="2574895"/>
                <a:ext cx="1205952" cy="1278327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2989" extrusionOk="0">
                    <a:moveTo>
                      <a:pt x="1281" y="1104"/>
                    </a:moveTo>
                    <a:lnTo>
                      <a:pt x="1279" y="1015"/>
                    </a:lnTo>
                    <a:cubicBezTo>
                      <a:pt x="1278" y="952"/>
                      <a:pt x="1277" y="888"/>
                      <a:pt x="1276" y="825"/>
                    </a:cubicBezTo>
                    <a:cubicBezTo>
                      <a:pt x="1273" y="698"/>
                      <a:pt x="1274" y="571"/>
                      <a:pt x="1261" y="445"/>
                    </a:cubicBezTo>
                    <a:cubicBezTo>
                      <a:pt x="1261" y="437"/>
                      <a:pt x="1250" y="438"/>
                      <a:pt x="1249" y="445"/>
                    </a:cubicBezTo>
                    <a:cubicBezTo>
                      <a:pt x="1242" y="570"/>
                      <a:pt x="1247" y="695"/>
                      <a:pt x="1248" y="820"/>
                    </a:cubicBezTo>
                    <a:cubicBezTo>
                      <a:pt x="1249" y="881"/>
                      <a:pt x="1250" y="943"/>
                      <a:pt x="1251" y="1004"/>
                    </a:cubicBezTo>
                    <a:cubicBezTo>
                      <a:pt x="1251" y="1034"/>
                      <a:pt x="1252" y="1063"/>
                      <a:pt x="1253" y="1093"/>
                    </a:cubicBezTo>
                    <a:cubicBezTo>
                      <a:pt x="1253" y="1098"/>
                      <a:pt x="1252" y="1103"/>
                      <a:pt x="1252" y="1108"/>
                    </a:cubicBezTo>
                    <a:cubicBezTo>
                      <a:pt x="1210" y="1075"/>
                      <a:pt x="1167" y="1041"/>
                      <a:pt x="1123" y="1009"/>
                    </a:cubicBezTo>
                    <a:cubicBezTo>
                      <a:pt x="1052" y="955"/>
                      <a:pt x="981" y="903"/>
                      <a:pt x="909" y="850"/>
                    </a:cubicBezTo>
                    <a:cubicBezTo>
                      <a:pt x="913" y="786"/>
                      <a:pt x="909" y="720"/>
                      <a:pt x="904" y="656"/>
                    </a:cubicBezTo>
                    <a:cubicBezTo>
                      <a:pt x="897" y="568"/>
                      <a:pt x="882" y="484"/>
                      <a:pt x="859" y="399"/>
                    </a:cubicBezTo>
                    <a:cubicBezTo>
                      <a:pt x="857" y="394"/>
                      <a:pt x="849" y="395"/>
                      <a:pt x="849" y="400"/>
                    </a:cubicBezTo>
                    <a:cubicBezTo>
                      <a:pt x="862" y="485"/>
                      <a:pt x="872" y="572"/>
                      <a:pt x="877" y="658"/>
                    </a:cubicBezTo>
                    <a:cubicBezTo>
                      <a:pt x="881" y="715"/>
                      <a:pt x="879" y="771"/>
                      <a:pt x="879" y="828"/>
                    </a:cubicBezTo>
                    <a:cubicBezTo>
                      <a:pt x="784" y="758"/>
                      <a:pt x="689" y="689"/>
                      <a:pt x="595" y="617"/>
                    </a:cubicBezTo>
                    <a:cubicBezTo>
                      <a:pt x="599" y="591"/>
                      <a:pt x="601" y="565"/>
                      <a:pt x="604" y="540"/>
                    </a:cubicBezTo>
                    <a:cubicBezTo>
                      <a:pt x="609" y="501"/>
                      <a:pt x="612" y="463"/>
                      <a:pt x="615" y="424"/>
                    </a:cubicBezTo>
                    <a:cubicBezTo>
                      <a:pt x="620" y="343"/>
                      <a:pt x="619" y="262"/>
                      <a:pt x="614" y="182"/>
                    </a:cubicBezTo>
                    <a:cubicBezTo>
                      <a:pt x="613" y="171"/>
                      <a:pt x="598" y="172"/>
                      <a:pt x="598" y="182"/>
                    </a:cubicBezTo>
                    <a:cubicBezTo>
                      <a:pt x="600" y="262"/>
                      <a:pt x="597" y="342"/>
                      <a:pt x="592" y="421"/>
                    </a:cubicBezTo>
                    <a:cubicBezTo>
                      <a:pt x="589" y="462"/>
                      <a:pt x="585" y="502"/>
                      <a:pt x="580" y="543"/>
                    </a:cubicBezTo>
                    <a:cubicBezTo>
                      <a:pt x="577" y="561"/>
                      <a:pt x="574" y="580"/>
                      <a:pt x="570" y="598"/>
                    </a:cubicBezTo>
                    <a:cubicBezTo>
                      <a:pt x="559" y="590"/>
                      <a:pt x="547" y="581"/>
                      <a:pt x="535" y="572"/>
                    </a:cubicBezTo>
                    <a:cubicBezTo>
                      <a:pt x="498" y="543"/>
                      <a:pt x="461" y="514"/>
                      <a:pt x="424" y="484"/>
                    </a:cubicBezTo>
                    <a:cubicBezTo>
                      <a:pt x="431" y="476"/>
                      <a:pt x="427" y="460"/>
                      <a:pt x="413" y="460"/>
                    </a:cubicBezTo>
                    <a:cubicBezTo>
                      <a:pt x="407" y="459"/>
                      <a:pt x="401" y="459"/>
                      <a:pt x="395" y="459"/>
                    </a:cubicBezTo>
                    <a:cubicBezTo>
                      <a:pt x="394" y="458"/>
                      <a:pt x="394" y="457"/>
                      <a:pt x="393" y="457"/>
                    </a:cubicBezTo>
                    <a:cubicBezTo>
                      <a:pt x="397" y="456"/>
                      <a:pt x="401" y="454"/>
                      <a:pt x="402" y="449"/>
                    </a:cubicBezTo>
                    <a:cubicBezTo>
                      <a:pt x="404" y="439"/>
                      <a:pt x="401" y="429"/>
                      <a:pt x="399" y="419"/>
                    </a:cubicBezTo>
                    <a:cubicBezTo>
                      <a:pt x="398" y="408"/>
                      <a:pt x="396" y="397"/>
                      <a:pt x="395" y="387"/>
                    </a:cubicBezTo>
                    <a:cubicBezTo>
                      <a:pt x="391" y="366"/>
                      <a:pt x="389" y="344"/>
                      <a:pt x="385" y="323"/>
                    </a:cubicBezTo>
                    <a:cubicBezTo>
                      <a:pt x="378" y="281"/>
                      <a:pt x="370" y="240"/>
                      <a:pt x="362" y="198"/>
                    </a:cubicBezTo>
                    <a:cubicBezTo>
                      <a:pt x="361" y="193"/>
                      <a:pt x="353" y="195"/>
                      <a:pt x="353" y="200"/>
                    </a:cubicBezTo>
                    <a:cubicBezTo>
                      <a:pt x="357" y="243"/>
                      <a:pt x="360" y="285"/>
                      <a:pt x="365" y="328"/>
                    </a:cubicBezTo>
                    <a:cubicBezTo>
                      <a:pt x="368" y="349"/>
                      <a:pt x="371" y="371"/>
                      <a:pt x="374" y="392"/>
                    </a:cubicBezTo>
                    <a:cubicBezTo>
                      <a:pt x="375" y="403"/>
                      <a:pt x="377" y="413"/>
                      <a:pt x="378" y="424"/>
                    </a:cubicBezTo>
                    <a:cubicBezTo>
                      <a:pt x="379" y="432"/>
                      <a:pt x="380" y="440"/>
                      <a:pt x="383" y="448"/>
                    </a:cubicBezTo>
                    <a:cubicBezTo>
                      <a:pt x="244" y="327"/>
                      <a:pt x="122" y="186"/>
                      <a:pt x="77" y="3"/>
                    </a:cubicBezTo>
                    <a:cubicBezTo>
                      <a:pt x="75" y="-4"/>
                      <a:pt x="64" y="0"/>
                      <a:pt x="65" y="7"/>
                    </a:cubicBezTo>
                    <a:cubicBezTo>
                      <a:pt x="102" y="184"/>
                      <a:pt x="212" y="331"/>
                      <a:pt x="340" y="456"/>
                    </a:cubicBezTo>
                    <a:cubicBezTo>
                      <a:pt x="295" y="454"/>
                      <a:pt x="249" y="451"/>
                      <a:pt x="204" y="446"/>
                    </a:cubicBezTo>
                    <a:cubicBezTo>
                      <a:pt x="138" y="439"/>
                      <a:pt x="72" y="425"/>
                      <a:pt x="5" y="424"/>
                    </a:cubicBezTo>
                    <a:cubicBezTo>
                      <a:pt x="-2" y="424"/>
                      <a:pt x="-2" y="434"/>
                      <a:pt x="4" y="436"/>
                    </a:cubicBezTo>
                    <a:cubicBezTo>
                      <a:pt x="69" y="460"/>
                      <a:pt x="141" y="466"/>
                      <a:pt x="210" y="473"/>
                    </a:cubicBezTo>
                    <a:cubicBezTo>
                      <a:pt x="263" y="479"/>
                      <a:pt x="316" y="482"/>
                      <a:pt x="370" y="485"/>
                    </a:cubicBezTo>
                    <a:cubicBezTo>
                      <a:pt x="386" y="500"/>
                      <a:pt x="402" y="515"/>
                      <a:pt x="418" y="529"/>
                    </a:cubicBezTo>
                    <a:cubicBezTo>
                      <a:pt x="466" y="571"/>
                      <a:pt x="515" y="612"/>
                      <a:pt x="564" y="652"/>
                    </a:cubicBezTo>
                    <a:cubicBezTo>
                      <a:pt x="564" y="654"/>
                      <a:pt x="563" y="656"/>
                      <a:pt x="563" y="658"/>
                    </a:cubicBezTo>
                    <a:cubicBezTo>
                      <a:pt x="563" y="668"/>
                      <a:pt x="574" y="670"/>
                      <a:pt x="581" y="666"/>
                    </a:cubicBezTo>
                    <a:cubicBezTo>
                      <a:pt x="584" y="669"/>
                      <a:pt x="588" y="672"/>
                      <a:pt x="592" y="675"/>
                    </a:cubicBezTo>
                    <a:cubicBezTo>
                      <a:pt x="430" y="669"/>
                      <a:pt x="267" y="662"/>
                      <a:pt x="105" y="664"/>
                    </a:cubicBezTo>
                    <a:cubicBezTo>
                      <a:pt x="97" y="664"/>
                      <a:pt x="95" y="678"/>
                      <a:pt x="104" y="679"/>
                    </a:cubicBezTo>
                    <a:cubicBezTo>
                      <a:pt x="277" y="693"/>
                      <a:pt x="451" y="697"/>
                      <a:pt x="625" y="702"/>
                    </a:cubicBezTo>
                    <a:cubicBezTo>
                      <a:pt x="645" y="718"/>
                      <a:pt x="665" y="735"/>
                      <a:pt x="685" y="751"/>
                    </a:cubicBezTo>
                    <a:cubicBezTo>
                      <a:pt x="751" y="805"/>
                      <a:pt x="816" y="860"/>
                      <a:pt x="881" y="915"/>
                    </a:cubicBezTo>
                    <a:cubicBezTo>
                      <a:pt x="881" y="915"/>
                      <a:pt x="881" y="916"/>
                      <a:pt x="881" y="917"/>
                    </a:cubicBezTo>
                    <a:cubicBezTo>
                      <a:pt x="881" y="918"/>
                      <a:pt x="881" y="919"/>
                      <a:pt x="882" y="920"/>
                    </a:cubicBezTo>
                    <a:cubicBezTo>
                      <a:pt x="659" y="925"/>
                      <a:pt x="438" y="907"/>
                      <a:pt x="217" y="882"/>
                    </a:cubicBezTo>
                    <a:cubicBezTo>
                      <a:pt x="210" y="881"/>
                      <a:pt x="207" y="892"/>
                      <a:pt x="215" y="894"/>
                    </a:cubicBezTo>
                    <a:cubicBezTo>
                      <a:pt x="445" y="945"/>
                      <a:pt x="684" y="956"/>
                      <a:pt x="919" y="947"/>
                    </a:cubicBezTo>
                    <a:cubicBezTo>
                      <a:pt x="934" y="960"/>
                      <a:pt x="949" y="973"/>
                      <a:pt x="964" y="985"/>
                    </a:cubicBezTo>
                    <a:cubicBezTo>
                      <a:pt x="1052" y="1059"/>
                      <a:pt x="1140" y="1133"/>
                      <a:pt x="1227" y="1206"/>
                    </a:cubicBezTo>
                    <a:cubicBezTo>
                      <a:pt x="1203" y="1209"/>
                      <a:pt x="1179" y="1213"/>
                      <a:pt x="1155" y="1215"/>
                    </a:cubicBezTo>
                    <a:cubicBezTo>
                      <a:pt x="965" y="1230"/>
                      <a:pt x="774" y="1230"/>
                      <a:pt x="584" y="1219"/>
                    </a:cubicBezTo>
                    <a:cubicBezTo>
                      <a:pt x="575" y="1218"/>
                      <a:pt x="574" y="1233"/>
                      <a:pt x="583" y="1234"/>
                    </a:cubicBezTo>
                    <a:cubicBezTo>
                      <a:pt x="702" y="1246"/>
                      <a:pt x="821" y="1253"/>
                      <a:pt x="941" y="1251"/>
                    </a:cubicBezTo>
                    <a:cubicBezTo>
                      <a:pt x="1003" y="1250"/>
                      <a:pt x="1064" y="1247"/>
                      <a:pt x="1126" y="1243"/>
                    </a:cubicBezTo>
                    <a:cubicBezTo>
                      <a:pt x="1154" y="1241"/>
                      <a:pt x="1183" y="1239"/>
                      <a:pt x="1211" y="1237"/>
                    </a:cubicBezTo>
                    <a:cubicBezTo>
                      <a:pt x="1227" y="1235"/>
                      <a:pt x="1242" y="1234"/>
                      <a:pt x="1258" y="1232"/>
                    </a:cubicBezTo>
                    <a:cubicBezTo>
                      <a:pt x="1377" y="1332"/>
                      <a:pt x="1494" y="1434"/>
                      <a:pt x="1609" y="1539"/>
                    </a:cubicBezTo>
                    <a:cubicBezTo>
                      <a:pt x="1595" y="1540"/>
                      <a:pt x="1582" y="1542"/>
                      <a:pt x="1569" y="1543"/>
                    </a:cubicBezTo>
                    <a:cubicBezTo>
                      <a:pt x="1524" y="1545"/>
                      <a:pt x="1479" y="1546"/>
                      <a:pt x="1434" y="1546"/>
                    </a:cubicBezTo>
                    <a:cubicBezTo>
                      <a:pt x="1342" y="1547"/>
                      <a:pt x="1249" y="1545"/>
                      <a:pt x="1157" y="1540"/>
                    </a:cubicBezTo>
                    <a:cubicBezTo>
                      <a:pt x="972" y="1531"/>
                      <a:pt x="787" y="1509"/>
                      <a:pt x="604" y="1477"/>
                    </a:cubicBezTo>
                    <a:cubicBezTo>
                      <a:pt x="594" y="1475"/>
                      <a:pt x="591" y="1491"/>
                      <a:pt x="601" y="1493"/>
                    </a:cubicBezTo>
                    <a:cubicBezTo>
                      <a:pt x="781" y="1530"/>
                      <a:pt x="962" y="1555"/>
                      <a:pt x="1146" y="1566"/>
                    </a:cubicBezTo>
                    <a:cubicBezTo>
                      <a:pt x="1238" y="1572"/>
                      <a:pt x="1331" y="1574"/>
                      <a:pt x="1423" y="1574"/>
                    </a:cubicBezTo>
                    <a:cubicBezTo>
                      <a:pt x="1468" y="1574"/>
                      <a:pt x="1513" y="1573"/>
                      <a:pt x="1559" y="1571"/>
                    </a:cubicBezTo>
                    <a:cubicBezTo>
                      <a:pt x="1583" y="1570"/>
                      <a:pt x="1608" y="1569"/>
                      <a:pt x="1632" y="1567"/>
                    </a:cubicBezTo>
                    <a:cubicBezTo>
                      <a:pt x="1635" y="1567"/>
                      <a:pt x="1638" y="1567"/>
                      <a:pt x="1640" y="1567"/>
                    </a:cubicBezTo>
                    <a:cubicBezTo>
                      <a:pt x="1763" y="1681"/>
                      <a:pt x="1883" y="1799"/>
                      <a:pt x="1996" y="1923"/>
                    </a:cubicBezTo>
                    <a:cubicBezTo>
                      <a:pt x="1964" y="1922"/>
                      <a:pt x="1932" y="1923"/>
                      <a:pt x="1901" y="1922"/>
                    </a:cubicBezTo>
                    <a:cubicBezTo>
                      <a:pt x="1848" y="1921"/>
                      <a:pt x="1796" y="1919"/>
                      <a:pt x="1743" y="1916"/>
                    </a:cubicBezTo>
                    <a:cubicBezTo>
                      <a:pt x="1636" y="1911"/>
                      <a:pt x="1530" y="1904"/>
                      <a:pt x="1424" y="1895"/>
                    </a:cubicBezTo>
                    <a:cubicBezTo>
                      <a:pt x="1215" y="1876"/>
                      <a:pt x="1007" y="1853"/>
                      <a:pt x="800" y="1823"/>
                    </a:cubicBezTo>
                    <a:cubicBezTo>
                      <a:pt x="794" y="1822"/>
                      <a:pt x="792" y="1831"/>
                      <a:pt x="798" y="1832"/>
                    </a:cubicBezTo>
                    <a:cubicBezTo>
                      <a:pt x="1005" y="1872"/>
                      <a:pt x="1214" y="1903"/>
                      <a:pt x="1424" y="1922"/>
                    </a:cubicBezTo>
                    <a:cubicBezTo>
                      <a:pt x="1527" y="1931"/>
                      <a:pt x="1629" y="1938"/>
                      <a:pt x="1732" y="1943"/>
                    </a:cubicBezTo>
                    <a:cubicBezTo>
                      <a:pt x="1782" y="1946"/>
                      <a:pt x="1833" y="1948"/>
                      <a:pt x="1884" y="1950"/>
                    </a:cubicBezTo>
                    <a:cubicBezTo>
                      <a:pt x="1929" y="1951"/>
                      <a:pt x="1977" y="1955"/>
                      <a:pt x="2023" y="1953"/>
                    </a:cubicBezTo>
                    <a:cubicBezTo>
                      <a:pt x="2030" y="1961"/>
                      <a:pt x="2038" y="1969"/>
                      <a:pt x="2045" y="1977"/>
                    </a:cubicBezTo>
                    <a:cubicBezTo>
                      <a:pt x="2128" y="2071"/>
                      <a:pt x="2206" y="2170"/>
                      <a:pt x="2281" y="2271"/>
                    </a:cubicBezTo>
                    <a:cubicBezTo>
                      <a:pt x="2229" y="2269"/>
                      <a:pt x="2175" y="2272"/>
                      <a:pt x="2123" y="2271"/>
                    </a:cubicBezTo>
                    <a:cubicBezTo>
                      <a:pt x="2064" y="2270"/>
                      <a:pt x="2006" y="2268"/>
                      <a:pt x="1948" y="2265"/>
                    </a:cubicBezTo>
                    <a:cubicBezTo>
                      <a:pt x="1707" y="2253"/>
                      <a:pt x="1467" y="2225"/>
                      <a:pt x="1229" y="2187"/>
                    </a:cubicBezTo>
                    <a:cubicBezTo>
                      <a:pt x="1224" y="2186"/>
                      <a:pt x="1223" y="2193"/>
                      <a:pt x="1228" y="2194"/>
                    </a:cubicBezTo>
                    <a:cubicBezTo>
                      <a:pt x="1409" y="2236"/>
                      <a:pt x="1592" y="2266"/>
                      <a:pt x="1777" y="2282"/>
                    </a:cubicBezTo>
                    <a:cubicBezTo>
                      <a:pt x="1865" y="2290"/>
                      <a:pt x="1954" y="2295"/>
                      <a:pt x="2043" y="2298"/>
                    </a:cubicBezTo>
                    <a:cubicBezTo>
                      <a:pt x="2089" y="2300"/>
                      <a:pt x="2135" y="2301"/>
                      <a:pt x="2181" y="2301"/>
                    </a:cubicBezTo>
                    <a:cubicBezTo>
                      <a:pt x="2204" y="2301"/>
                      <a:pt x="2226" y="2301"/>
                      <a:pt x="2249" y="2301"/>
                    </a:cubicBezTo>
                    <a:cubicBezTo>
                      <a:pt x="2262" y="2301"/>
                      <a:pt x="2275" y="2301"/>
                      <a:pt x="2287" y="2301"/>
                    </a:cubicBezTo>
                    <a:cubicBezTo>
                      <a:pt x="2292" y="2301"/>
                      <a:pt x="2297" y="2302"/>
                      <a:pt x="2303" y="2302"/>
                    </a:cubicBezTo>
                    <a:lnTo>
                      <a:pt x="2304" y="2302"/>
                    </a:lnTo>
                    <a:cubicBezTo>
                      <a:pt x="2307" y="2303"/>
                      <a:pt x="2315" y="2317"/>
                      <a:pt x="2317" y="2319"/>
                    </a:cubicBezTo>
                    <a:cubicBezTo>
                      <a:pt x="2321" y="2326"/>
                      <a:pt x="2326" y="2332"/>
                      <a:pt x="2331" y="2339"/>
                    </a:cubicBezTo>
                    <a:cubicBezTo>
                      <a:pt x="2340" y="2352"/>
                      <a:pt x="2350" y="2366"/>
                      <a:pt x="2359" y="2379"/>
                    </a:cubicBezTo>
                    <a:cubicBezTo>
                      <a:pt x="2378" y="2405"/>
                      <a:pt x="2397" y="2432"/>
                      <a:pt x="2416" y="2458"/>
                    </a:cubicBezTo>
                    <a:cubicBezTo>
                      <a:pt x="2422" y="2468"/>
                      <a:pt x="2429" y="2477"/>
                      <a:pt x="2436" y="2486"/>
                    </a:cubicBezTo>
                    <a:cubicBezTo>
                      <a:pt x="2421" y="2492"/>
                      <a:pt x="2406" y="2498"/>
                      <a:pt x="2390" y="2503"/>
                    </a:cubicBezTo>
                    <a:cubicBezTo>
                      <a:pt x="2357" y="2514"/>
                      <a:pt x="2323" y="2520"/>
                      <a:pt x="2289" y="2525"/>
                    </a:cubicBezTo>
                    <a:cubicBezTo>
                      <a:pt x="2223" y="2535"/>
                      <a:pt x="2155" y="2536"/>
                      <a:pt x="2088" y="2538"/>
                    </a:cubicBezTo>
                    <a:cubicBezTo>
                      <a:pt x="1925" y="2542"/>
                      <a:pt x="1761" y="2547"/>
                      <a:pt x="1598" y="2554"/>
                    </a:cubicBezTo>
                    <a:cubicBezTo>
                      <a:pt x="1592" y="2554"/>
                      <a:pt x="1592" y="2563"/>
                      <a:pt x="1599" y="2563"/>
                    </a:cubicBezTo>
                    <a:cubicBezTo>
                      <a:pt x="1768" y="2564"/>
                      <a:pt x="1938" y="2564"/>
                      <a:pt x="2107" y="2562"/>
                    </a:cubicBezTo>
                    <a:cubicBezTo>
                      <a:pt x="2174" y="2562"/>
                      <a:pt x="2241" y="2560"/>
                      <a:pt x="2307" y="2550"/>
                    </a:cubicBezTo>
                    <a:cubicBezTo>
                      <a:pt x="2350" y="2543"/>
                      <a:pt x="2412" y="2534"/>
                      <a:pt x="2453" y="2508"/>
                    </a:cubicBezTo>
                    <a:cubicBezTo>
                      <a:pt x="2460" y="2517"/>
                      <a:pt x="2468" y="2526"/>
                      <a:pt x="2474" y="2536"/>
                    </a:cubicBezTo>
                    <a:cubicBezTo>
                      <a:pt x="2494" y="2565"/>
                      <a:pt x="2768" y="2958"/>
                      <a:pt x="2791" y="2984"/>
                    </a:cubicBezTo>
                    <a:cubicBezTo>
                      <a:pt x="2803" y="2997"/>
                      <a:pt x="2823" y="2981"/>
                      <a:pt x="2819" y="2966"/>
                    </a:cubicBezTo>
                    <a:cubicBezTo>
                      <a:pt x="2803" y="2909"/>
                      <a:pt x="2517" y="2489"/>
                      <a:pt x="2492" y="2435"/>
                    </a:cubicBezTo>
                    <a:cubicBezTo>
                      <a:pt x="2487" y="2424"/>
                      <a:pt x="2481" y="2412"/>
                      <a:pt x="2474" y="2401"/>
                    </a:cubicBezTo>
                    <a:cubicBezTo>
                      <a:pt x="2523" y="2282"/>
                      <a:pt x="2556" y="2153"/>
                      <a:pt x="2584" y="2029"/>
                    </a:cubicBezTo>
                    <a:cubicBezTo>
                      <a:pt x="2616" y="1885"/>
                      <a:pt x="2632" y="1737"/>
                      <a:pt x="2638" y="1590"/>
                    </a:cubicBezTo>
                    <a:cubicBezTo>
                      <a:pt x="2638" y="1582"/>
                      <a:pt x="2625" y="1581"/>
                      <a:pt x="2624" y="1589"/>
                    </a:cubicBezTo>
                    <a:cubicBezTo>
                      <a:pt x="2613" y="1735"/>
                      <a:pt x="2589" y="1880"/>
                      <a:pt x="2557" y="2023"/>
                    </a:cubicBezTo>
                    <a:cubicBezTo>
                      <a:pt x="2531" y="2141"/>
                      <a:pt x="2493" y="2252"/>
                      <a:pt x="2454" y="2365"/>
                    </a:cubicBezTo>
                    <a:cubicBezTo>
                      <a:pt x="2437" y="2336"/>
                      <a:pt x="2418" y="2307"/>
                      <a:pt x="2400" y="2280"/>
                    </a:cubicBezTo>
                    <a:cubicBezTo>
                      <a:pt x="2371" y="2237"/>
                      <a:pt x="2342" y="2195"/>
                      <a:pt x="2311" y="2154"/>
                    </a:cubicBezTo>
                    <a:cubicBezTo>
                      <a:pt x="2326" y="2097"/>
                      <a:pt x="2333" y="2037"/>
                      <a:pt x="2342" y="1979"/>
                    </a:cubicBezTo>
                    <a:cubicBezTo>
                      <a:pt x="2353" y="1907"/>
                      <a:pt x="2363" y="1834"/>
                      <a:pt x="2372" y="1762"/>
                    </a:cubicBezTo>
                    <a:cubicBezTo>
                      <a:pt x="2388" y="1621"/>
                      <a:pt x="2399" y="1481"/>
                      <a:pt x="2403" y="1340"/>
                    </a:cubicBezTo>
                    <a:cubicBezTo>
                      <a:pt x="2404" y="1330"/>
                      <a:pt x="2388" y="1331"/>
                      <a:pt x="2388" y="1341"/>
                    </a:cubicBezTo>
                    <a:cubicBezTo>
                      <a:pt x="2376" y="1486"/>
                      <a:pt x="2363" y="1631"/>
                      <a:pt x="2344" y="1776"/>
                    </a:cubicBezTo>
                    <a:cubicBezTo>
                      <a:pt x="2336" y="1844"/>
                      <a:pt x="2326" y="1912"/>
                      <a:pt x="2315" y="1980"/>
                    </a:cubicBezTo>
                    <a:cubicBezTo>
                      <a:pt x="2307" y="2028"/>
                      <a:pt x="2296" y="2076"/>
                      <a:pt x="2289" y="2125"/>
                    </a:cubicBezTo>
                    <a:cubicBezTo>
                      <a:pt x="2256" y="2082"/>
                      <a:pt x="2223" y="2039"/>
                      <a:pt x="2188" y="1997"/>
                    </a:cubicBezTo>
                    <a:cubicBezTo>
                      <a:pt x="2139" y="1939"/>
                      <a:pt x="2089" y="1882"/>
                      <a:pt x="2038" y="1827"/>
                    </a:cubicBezTo>
                    <a:cubicBezTo>
                      <a:pt x="2039" y="1777"/>
                      <a:pt x="2034" y="1727"/>
                      <a:pt x="2034" y="1678"/>
                    </a:cubicBezTo>
                    <a:cubicBezTo>
                      <a:pt x="2033" y="1621"/>
                      <a:pt x="2033" y="1563"/>
                      <a:pt x="2033" y="1506"/>
                    </a:cubicBezTo>
                    <a:cubicBezTo>
                      <a:pt x="2035" y="1389"/>
                      <a:pt x="2044" y="1272"/>
                      <a:pt x="2045" y="1155"/>
                    </a:cubicBezTo>
                    <a:cubicBezTo>
                      <a:pt x="2046" y="1148"/>
                      <a:pt x="2034" y="1147"/>
                      <a:pt x="2032" y="1154"/>
                    </a:cubicBezTo>
                    <a:cubicBezTo>
                      <a:pt x="2013" y="1268"/>
                      <a:pt x="2009" y="1386"/>
                      <a:pt x="2005" y="1501"/>
                    </a:cubicBezTo>
                    <a:cubicBezTo>
                      <a:pt x="2003" y="1561"/>
                      <a:pt x="2002" y="1620"/>
                      <a:pt x="2002" y="1680"/>
                    </a:cubicBezTo>
                    <a:cubicBezTo>
                      <a:pt x="2002" y="1715"/>
                      <a:pt x="2001" y="1752"/>
                      <a:pt x="2002" y="1788"/>
                    </a:cubicBezTo>
                    <a:cubicBezTo>
                      <a:pt x="1900" y="1680"/>
                      <a:pt x="1794" y="1576"/>
                      <a:pt x="1684" y="1475"/>
                    </a:cubicBezTo>
                    <a:cubicBezTo>
                      <a:pt x="1663" y="1457"/>
                      <a:pt x="1642" y="1438"/>
                      <a:pt x="1622" y="1420"/>
                    </a:cubicBezTo>
                    <a:cubicBezTo>
                      <a:pt x="1656" y="1185"/>
                      <a:pt x="1651" y="950"/>
                      <a:pt x="1605" y="717"/>
                    </a:cubicBezTo>
                    <a:cubicBezTo>
                      <a:pt x="1603" y="706"/>
                      <a:pt x="1586" y="709"/>
                      <a:pt x="1587" y="720"/>
                    </a:cubicBezTo>
                    <a:cubicBezTo>
                      <a:pt x="1616" y="941"/>
                      <a:pt x="1617" y="1168"/>
                      <a:pt x="1588" y="1389"/>
                    </a:cubicBezTo>
                    <a:cubicBezTo>
                      <a:pt x="1488" y="1301"/>
                      <a:pt x="1386" y="1215"/>
                      <a:pt x="1282" y="1132"/>
                    </a:cubicBezTo>
                    <a:cubicBezTo>
                      <a:pt x="1282" y="1123"/>
                      <a:pt x="1281" y="1113"/>
                      <a:pt x="1281" y="1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15"/>
            <p:cNvGrpSpPr/>
            <p:nvPr/>
          </p:nvGrpSpPr>
          <p:grpSpPr>
            <a:xfrm>
              <a:off x="5426565" y="2472810"/>
              <a:ext cx="1408528" cy="1486752"/>
              <a:chOff x="9143990" y="2472810"/>
              <a:chExt cx="1408528" cy="1486752"/>
            </a:xfrm>
          </p:grpSpPr>
          <p:sp>
            <p:nvSpPr>
              <p:cNvPr id="56" name="Google Shape;56;p15"/>
              <p:cNvSpPr/>
              <p:nvPr/>
            </p:nvSpPr>
            <p:spPr>
              <a:xfrm rot="315308">
                <a:off x="9204226" y="2528909"/>
                <a:ext cx="1288056" cy="137455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3214" extrusionOk="0">
                    <a:moveTo>
                      <a:pt x="1814" y="573"/>
                    </a:moveTo>
                    <a:cubicBezTo>
                      <a:pt x="1920" y="759"/>
                      <a:pt x="1842" y="927"/>
                      <a:pt x="2048" y="1033"/>
                    </a:cubicBezTo>
                    <a:cubicBezTo>
                      <a:pt x="2300" y="1161"/>
                      <a:pt x="2525" y="1158"/>
                      <a:pt x="2734" y="1386"/>
                    </a:cubicBezTo>
                    <a:cubicBezTo>
                      <a:pt x="3137" y="1826"/>
                      <a:pt x="3078" y="2447"/>
                      <a:pt x="2709" y="2858"/>
                    </a:cubicBezTo>
                    <a:cubicBezTo>
                      <a:pt x="2658" y="2915"/>
                      <a:pt x="2601" y="2968"/>
                      <a:pt x="2538" y="3016"/>
                    </a:cubicBezTo>
                    <a:cubicBezTo>
                      <a:pt x="2023" y="3408"/>
                      <a:pt x="1453" y="3183"/>
                      <a:pt x="1127" y="2652"/>
                    </a:cubicBezTo>
                    <a:cubicBezTo>
                      <a:pt x="1036" y="2504"/>
                      <a:pt x="1035" y="2284"/>
                      <a:pt x="911" y="2166"/>
                    </a:cubicBezTo>
                    <a:cubicBezTo>
                      <a:pt x="794" y="2054"/>
                      <a:pt x="589" y="2057"/>
                      <a:pt x="504" y="1900"/>
                    </a:cubicBezTo>
                    <a:cubicBezTo>
                      <a:pt x="403" y="1714"/>
                      <a:pt x="563" y="1479"/>
                      <a:pt x="482" y="1294"/>
                    </a:cubicBezTo>
                    <a:cubicBezTo>
                      <a:pt x="416" y="1144"/>
                      <a:pt x="335" y="1212"/>
                      <a:pt x="219" y="1150"/>
                    </a:cubicBezTo>
                    <a:cubicBezTo>
                      <a:pt x="-72" y="995"/>
                      <a:pt x="-8" y="332"/>
                      <a:pt x="47" y="68"/>
                    </a:cubicBezTo>
                    <a:cubicBezTo>
                      <a:pt x="59" y="42"/>
                      <a:pt x="70" y="25"/>
                      <a:pt x="81" y="14"/>
                    </a:cubicBezTo>
                    <a:cubicBezTo>
                      <a:pt x="135" y="-41"/>
                      <a:pt x="181" y="74"/>
                      <a:pt x="237" y="120"/>
                    </a:cubicBezTo>
                    <a:cubicBezTo>
                      <a:pt x="386" y="243"/>
                      <a:pt x="468" y="220"/>
                      <a:pt x="622" y="169"/>
                    </a:cubicBezTo>
                    <a:cubicBezTo>
                      <a:pt x="905" y="74"/>
                      <a:pt x="809" y="330"/>
                      <a:pt x="1049" y="409"/>
                    </a:cubicBezTo>
                    <a:cubicBezTo>
                      <a:pt x="1174" y="451"/>
                      <a:pt x="1274" y="326"/>
                      <a:pt x="1395" y="314"/>
                    </a:cubicBezTo>
                    <a:cubicBezTo>
                      <a:pt x="1568" y="298"/>
                      <a:pt x="1732" y="428"/>
                      <a:pt x="1814" y="5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 rot="315303">
                <a:off x="9245294" y="2574895"/>
                <a:ext cx="1205952" cy="1278327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2989" extrusionOk="0">
                    <a:moveTo>
                      <a:pt x="1281" y="1104"/>
                    </a:moveTo>
                    <a:lnTo>
                      <a:pt x="1279" y="1015"/>
                    </a:lnTo>
                    <a:cubicBezTo>
                      <a:pt x="1278" y="952"/>
                      <a:pt x="1277" y="888"/>
                      <a:pt x="1276" y="825"/>
                    </a:cubicBezTo>
                    <a:cubicBezTo>
                      <a:pt x="1273" y="698"/>
                      <a:pt x="1274" y="571"/>
                      <a:pt x="1261" y="445"/>
                    </a:cubicBezTo>
                    <a:cubicBezTo>
                      <a:pt x="1261" y="437"/>
                      <a:pt x="1250" y="438"/>
                      <a:pt x="1249" y="445"/>
                    </a:cubicBezTo>
                    <a:cubicBezTo>
                      <a:pt x="1242" y="570"/>
                      <a:pt x="1247" y="695"/>
                      <a:pt x="1248" y="820"/>
                    </a:cubicBezTo>
                    <a:cubicBezTo>
                      <a:pt x="1249" y="881"/>
                      <a:pt x="1250" y="943"/>
                      <a:pt x="1251" y="1004"/>
                    </a:cubicBezTo>
                    <a:cubicBezTo>
                      <a:pt x="1251" y="1034"/>
                      <a:pt x="1252" y="1063"/>
                      <a:pt x="1253" y="1093"/>
                    </a:cubicBezTo>
                    <a:cubicBezTo>
                      <a:pt x="1253" y="1098"/>
                      <a:pt x="1252" y="1103"/>
                      <a:pt x="1252" y="1108"/>
                    </a:cubicBezTo>
                    <a:cubicBezTo>
                      <a:pt x="1210" y="1075"/>
                      <a:pt x="1167" y="1041"/>
                      <a:pt x="1123" y="1009"/>
                    </a:cubicBezTo>
                    <a:cubicBezTo>
                      <a:pt x="1052" y="955"/>
                      <a:pt x="981" y="903"/>
                      <a:pt x="909" y="850"/>
                    </a:cubicBezTo>
                    <a:cubicBezTo>
                      <a:pt x="913" y="786"/>
                      <a:pt x="909" y="720"/>
                      <a:pt x="904" y="656"/>
                    </a:cubicBezTo>
                    <a:cubicBezTo>
                      <a:pt x="897" y="568"/>
                      <a:pt x="882" y="484"/>
                      <a:pt x="859" y="399"/>
                    </a:cubicBezTo>
                    <a:cubicBezTo>
                      <a:pt x="857" y="394"/>
                      <a:pt x="849" y="395"/>
                      <a:pt x="849" y="400"/>
                    </a:cubicBezTo>
                    <a:cubicBezTo>
                      <a:pt x="862" y="485"/>
                      <a:pt x="872" y="572"/>
                      <a:pt x="877" y="658"/>
                    </a:cubicBezTo>
                    <a:cubicBezTo>
                      <a:pt x="881" y="715"/>
                      <a:pt x="879" y="771"/>
                      <a:pt x="879" y="828"/>
                    </a:cubicBezTo>
                    <a:cubicBezTo>
                      <a:pt x="784" y="758"/>
                      <a:pt x="689" y="689"/>
                      <a:pt x="595" y="617"/>
                    </a:cubicBezTo>
                    <a:cubicBezTo>
                      <a:pt x="599" y="591"/>
                      <a:pt x="601" y="565"/>
                      <a:pt x="604" y="540"/>
                    </a:cubicBezTo>
                    <a:cubicBezTo>
                      <a:pt x="609" y="501"/>
                      <a:pt x="612" y="463"/>
                      <a:pt x="615" y="424"/>
                    </a:cubicBezTo>
                    <a:cubicBezTo>
                      <a:pt x="620" y="343"/>
                      <a:pt x="619" y="262"/>
                      <a:pt x="614" y="182"/>
                    </a:cubicBezTo>
                    <a:cubicBezTo>
                      <a:pt x="613" y="171"/>
                      <a:pt x="598" y="172"/>
                      <a:pt x="598" y="182"/>
                    </a:cubicBezTo>
                    <a:cubicBezTo>
                      <a:pt x="600" y="262"/>
                      <a:pt x="597" y="342"/>
                      <a:pt x="592" y="421"/>
                    </a:cubicBezTo>
                    <a:cubicBezTo>
                      <a:pt x="589" y="462"/>
                      <a:pt x="585" y="502"/>
                      <a:pt x="580" y="543"/>
                    </a:cubicBezTo>
                    <a:cubicBezTo>
                      <a:pt x="577" y="561"/>
                      <a:pt x="574" y="580"/>
                      <a:pt x="570" y="598"/>
                    </a:cubicBezTo>
                    <a:cubicBezTo>
                      <a:pt x="559" y="590"/>
                      <a:pt x="547" y="581"/>
                      <a:pt x="535" y="572"/>
                    </a:cubicBezTo>
                    <a:cubicBezTo>
                      <a:pt x="498" y="543"/>
                      <a:pt x="461" y="514"/>
                      <a:pt x="424" y="484"/>
                    </a:cubicBezTo>
                    <a:cubicBezTo>
                      <a:pt x="431" y="476"/>
                      <a:pt x="427" y="460"/>
                      <a:pt x="413" y="460"/>
                    </a:cubicBezTo>
                    <a:cubicBezTo>
                      <a:pt x="407" y="459"/>
                      <a:pt x="401" y="459"/>
                      <a:pt x="395" y="459"/>
                    </a:cubicBezTo>
                    <a:cubicBezTo>
                      <a:pt x="394" y="458"/>
                      <a:pt x="394" y="457"/>
                      <a:pt x="393" y="457"/>
                    </a:cubicBezTo>
                    <a:cubicBezTo>
                      <a:pt x="397" y="456"/>
                      <a:pt x="401" y="454"/>
                      <a:pt x="402" y="449"/>
                    </a:cubicBezTo>
                    <a:cubicBezTo>
                      <a:pt x="404" y="439"/>
                      <a:pt x="401" y="429"/>
                      <a:pt x="399" y="419"/>
                    </a:cubicBezTo>
                    <a:cubicBezTo>
                      <a:pt x="398" y="408"/>
                      <a:pt x="396" y="397"/>
                      <a:pt x="395" y="387"/>
                    </a:cubicBezTo>
                    <a:cubicBezTo>
                      <a:pt x="391" y="366"/>
                      <a:pt x="389" y="344"/>
                      <a:pt x="385" y="323"/>
                    </a:cubicBezTo>
                    <a:cubicBezTo>
                      <a:pt x="378" y="281"/>
                      <a:pt x="370" y="240"/>
                      <a:pt x="362" y="198"/>
                    </a:cubicBezTo>
                    <a:cubicBezTo>
                      <a:pt x="361" y="193"/>
                      <a:pt x="353" y="195"/>
                      <a:pt x="353" y="200"/>
                    </a:cubicBezTo>
                    <a:cubicBezTo>
                      <a:pt x="357" y="243"/>
                      <a:pt x="360" y="285"/>
                      <a:pt x="365" y="328"/>
                    </a:cubicBezTo>
                    <a:cubicBezTo>
                      <a:pt x="368" y="349"/>
                      <a:pt x="371" y="371"/>
                      <a:pt x="374" y="392"/>
                    </a:cubicBezTo>
                    <a:cubicBezTo>
                      <a:pt x="375" y="403"/>
                      <a:pt x="377" y="413"/>
                      <a:pt x="378" y="424"/>
                    </a:cubicBezTo>
                    <a:cubicBezTo>
                      <a:pt x="379" y="432"/>
                      <a:pt x="380" y="440"/>
                      <a:pt x="383" y="448"/>
                    </a:cubicBezTo>
                    <a:cubicBezTo>
                      <a:pt x="244" y="327"/>
                      <a:pt x="122" y="186"/>
                      <a:pt x="77" y="3"/>
                    </a:cubicBezTo>
                    <a:cubicBezTo>
                      <a:pt x="75" y="-4"/>
                      <a:pt x="64" y="0"/>
                      <a:pt x="65" y="7"/>
                    </a:cubicBezTo>
                    <a:cubicBezTo>
                      <a:pt x="102" y="184"/>
                      <a:pt x="212" y="331"/>
                      <a:pt x="340" y="456"/>
                    </a:cubicBezTo>
                    <a:cubicBezTo>
                      <a:pt x="295" y="454"/>
                      <a:pt x="249" y="451"/>
                      <a:pt x="204" y="446"/>
                    </a:cubicBezTo>
                    <a:cubicBezTo>
                      <a:pt x="138" y="439"/>
                      <a:pt x="72" y="425"/>
                      <a:pt x="5" y="424"/>
                    </a:cubicBezTo>
                    <a:cubicBezTo>
                      <a:pt x="-2" y="424"/>
                      <a:pt x="-2" y="434"/>
                      <a:pt x="4" y="436"/>
                    </a:cubicBezTo>
                    <a:cubicBezTo>
                      <a:pt x="69" y="460"/>
                      <a:pt x="141" y="466"/>
                      <a:pt x="210" y="473"/>
                    </a:cubicBezTo>
                    <a:cubicBezTo>
                      <a:pt x="263" y="479"/>
                      <a:pt x="316" y="482"/>
                      <a:pt x="370" y="485"/>
                    </a:cubicBezTo>
                    <a:cubicBezTo>
                      <a:pt x="386" y="500"/>
                      <a:pt x="402" y="515"/>
                      <a:pt x="418" y="529"/>
                    </a:cubicBezTo>
                    <a:cubicBezTo>
                      <a:pt x="466" y="571"/>
                      <a:pt x="515" y="612"/>
                      <a:pt x="564" y="652"/>
                    </a:cubicBezTo>
                    <a:cubicBezTo>
                      <a:pt x="564" y="654"/>
                      <a:pt x="563" y="656"/>
                      <a:pt x="563" y="658"/>
                    </a:cubicBezTo>
                    <a:cubicBezTo>
                      <a:pt x="563" y="668"/>
                      <a:pt x="574" y="670"/>
                      <a:pt x="581" y="666"/>
                    </a:cubicBezTo>
                    <a:cubicBezTo>
                      <a:pt x="584" y="669"/>
                      <a:pt x="588" y="672"/>
                      <a:pt x="592" y="675"/>
                    </a:cubicBezTo>
                    <a:cubicBezTo>
                      <a:pt x="430" y="669"/>
                      <a:pt x="267" y="662"/>
                      <a:pt x="105" y="664"/>
                    </a:cubicBezTo>
                    <a:cubicBezTo>
                      <a:pt x="97" y="664"/>
                      <a:pt x="95" y="678"/>
                      <a:pt x="104" y="679"/>
                    </a:cubicBezTo>
                    <a:cubicBezTo>
                      <a:pt x="277" y="693"/>
                      <a:pt x="451" y="697"/>
                      <a:pt x="625" y="702"/>
                    </a:cubicBezTo>
                    <a:cubicBezTo>
                      <a:pt x="645" y="718"/>
                      <a:pt x="665" y="735"/>
                      <a:pt x="685" y="751"/>
                    </a:cubicBezTo>
                    <a:cubicBezTo>
                      <a:pt x="751" y="805"/>
                      <a:pt x="816" y="860"/>
                      <a:pt x="881" y="915"/>
                    </a:cubicBezTo>
                    <a:cubicBezTo>
                      <a:pt x="881" y="915"/>
                      <a:pt x="881" y="916"/>
                      <a:pt x="881" y="917"/>
                    </a:cubicBezTo>
                    <a:cubicBezTo>
                      <a:pt x="881" y="918"/>
                      <a:pt x="881" y="919"/>
                      <a:pt x="882" y="920"/>
                    </a:cubicBezTo>
                    <a:cubicBezTo>
                      <a:pt x="659" y="925"/>
                      <a:pt x="438" y="907"/>
                      <a:pt x="217" y="882"/>
                    </a:cubicBezTo>
                    <a:cubicBezTo>
                      <a:pt x="210" y="881"/>
                      <a:pt x="207" y="892"/>
                      <a:pt x="215" y="894"/>
                    </a:cubicBezTo>
                    <a:cubicBezTo>
                      <a:pt x="445" y="945"/>
                      <a:pt x="684" y="956"/>
                      <a:pt x="919" y="947"/>
                    </a:cubicBezTo>
                    <a:cubicBezTo>
                      <a:pt x="934" y="960"/>
                      <a:pt x="949" y="973"/>
                      <a:pt x="964" y="985"/>
                    </a:cubicBezTo>
                    <a:cubicBezTo>
                      <a:pt x="1052" y="1059"/>
                      <a:pt x="1140" y="1133"/>
                      <a:pt x="1227" y="1206"/>
                    </a:cubicBezTo>
                    <a:cubicBezTo>
                      <a:pt x="1203" y="1209"/>
                      <a:pt x="1179" y="1213"/>
                      <a:pt x="1155" y="1215"/>
                    </a:cubicBezTo>
                    <a:cubicBezTo>
                      <a:pt x="965" y="1230"/>
                      <a:pt x="774" y="1230"/>
                      <a:pt x="584" y="1219"/>
                    </a:cubicBezTo>
                    <a:cubicBezTo>
                      <a:pt x="575" y="1218"/>
                      <a:pt x="574" y="1233"/>
                      <a:pt x="583" y="1234"/>
                    </a:cubicBezTo>
                    <a:cubicBezTo>
                      <a:pt x="702" y="1246"/>
                      <a:pt x="821" y="1253"/>
                      <a:pt x="941" y="1251"/>
                    </a:cubicBezTo>
                    <a:cubicBezTo>
                      <a:pt x="1003" y="1250"/>
                      <a:pt x="1064" y="1247"/>
                      <a:pt x="1126" y="1243"/>
                    </a:cubicBezTo>
                    <a:cubicBezTo>
                      <a:pt x="1154" y="1241"/>
                      <a:pt x="1183" y="1239"/>
                      <a:pt x="1211" y="1237"/>
                    </a:cubicBezTo>
                    <a:cubicBezTo>
                      <a:pt x="1227" y="1235"/>
                      <a:pt x="1242" y="1234"/>
                      <a:pt x="1258" y="1232"/>
                    </a:cubicBezTo>
                    <a:cubicBezTo>
                      <a:pt x="1377" y="1332"/>
                      <a:pt x="1494" y="1434"/>
                      <a:pt x="1609" y="1539"/>
                    </a:cubicBezTo>
                    <a:cubicBezTo>
                      <a:pt x="1595" y="1540"/>
                      <a:pt x="1582" y="1542"/>
                      <a:pt x="1569" y="1543"/>
                    </a:cubicBezTo>
                    <a:cubicBezTo>
                      <a:pt x="1524" y="1545"/>
                      <a:pt x="1479" y="1546"/>
                      <a:pt x="1434" y="1546"/>
                    </a:cubicBezTo>
                    <a:cubicBezTo>
                      <a:pt x="1342" y="1547"/>
                      <a:pt x="1249" y="1545"/>
                      <a:pt x="1157" y="1540"/>
                    </a:cubicBezTo>
                    <a:cubicBezTo>
                      <a:pt x="972" y="1531"/>
                      <a:pt x="787" y="1509"/>
                      <a:pt x="604" y="1477"/>
                    </a:cubicBezTo>
                    <a:cubicBezTo>
                      <a:pt x="594" y="1475"/>
                      <a:pt x="591" y="1491"/>
                      <a:pt x="601" y="1493"/>
                    </a:cubicBezTo>
                    <a:cubicBezTo>
                      <a:pt x="781" y="1530"/>
                      <a:pt x="962" y="1555"/>
                      <a:pt x="1146" y="1566"/>
                    </a:cubicBezTo>
                    <a:cubicBezTo>
                      <a:pt x="1238" y="1572"/>
                      <a:pt x="1331" y="1574"/>
                      <a:pt x="1423" y="1574"/>
                    </a:cubicBezTo>
                    <a:cubicBezTo>
                      <a:pt x="1468" y="1574"/>
                      <a:pt x="1513" y="1573"/>
                      <a:pt x="1559" y="1571"/>
                    </a:cubicBezTo>
                    <a:cubicBezTo>
                      <a:pt x="1583" y="1570"/>
                      <a:pt x="1608" y="1569"/>
                      <a:pt x="1632" y="1567"/>
                    </a:cubicBezTo>
                    <a:cubicBezTo>
                      <a:pt x="1635" y="1567"/>
                      <a:pt x="1638" y="1567"/>
                      <a:pt x="1640" y="1567"/>
                    </a:cubicBezTo>
                    <a:cubicBezTo>
                      <a:pt x="1763" y="1681"/>
                      <a:pt x="1883" y="1799"/>
                      <a:pt x="1996" y="1923"/>
                    </a:cubicBezTo>
                    <a:cubicBezTo>
                      <a:pt x="1964" y="1922"/>
                      <a:pt x="1932" y="1923"/>
                      <a:pt x="1901" y="1922"/>
                    </a:cubicBezTo>
                    <a:cubicBezTo>
                      <a:pt x="1848" y="1921"/>
                      <a:pt x="1796" y="1919"/>
                      <a:pt x="1743" y="1916"/>
                    </a:cubicBezTo>
                    <a:cubicBezTo>
                      <a:pt x="1636" y="1911"/>
                      <a:pt x="1530" y="1904"/>
                      <a:pt x="1424" y="1895"/>
                    </a:cubicBezTo>
                    <a:cubicBezTo>
                      <a:pt x="1215" y="1876"/>
                      <a:pt x="1007" y="1853"/>
                      <a:pt x="800" y="1823"/>
                    </a:cubicBezTo>
                    <a:cubicBezTo>
                      <a:pt x="794" y="1822"/>
                      <a:pt x="792" y="1831"/>
                      <a:pt x="798" y="1832"/>
                    </a:cubicBezTo>
                    <a:cubicBezTo>
                      <a:pt x="1005" y="1872"/>
                      <a:pt x="1214" y="1903"/>
                      <a:pt x="1424" y="1922"/>
                    </a:cubicBezTo>
                    <a:cubicBezTo>
                      <a:pt x="1527" y="1931"/>
                      <a:pt x="1629" y="1938"/>
                      <a:pt x="1732" y="1943"/>
                    </a:cubicBezTo>
                    <a:cubicBezTo>
                      <a:pt x="1782" y="1946"/>
                      <a:pt x="1833" y="1948"/>
                      <a:pt x="1884" y="1950"/>
                    </a:cubicBezTo>
                    <a:cubicBezTo>
                      <a:pt x="1929" y="1951"/>
                      <a:pt x="1977" y="1955"/>
                      <a:pt x="2023" y="1953"/>
                    </a:cubicBezTo>
                    <a:cubicBezTo>
                      <a:pt x="2030" y="1961"/>
                      <a:pt x="2038" y="1969"/>
                      <a:pt x="2045" y="1977"/>
                    </a:cubicBezTo>
                    <a:cubicBezTo>
                      <a:pt x="2128" y="2071"/>
                      <a:pt x="2206" y="2170"/>
                      <a:pt x="2281" y="2271"/>
                    </a:cubicBezTo>
                    <a:cubicBezTo>
                      <a:pt x="2229" y="2269"/>
                      <a:pt x="2175" y="2272"/>
                      <a:pt x="2123" y="2271"/>
                    </a:cubicBezTo>
                    <a:cubicBezTo>
                      <a:pt x="2064" y="2270"/>
                      <a:pt x="2006" y="2268"/>
                      <a:pt x="1948" y="2265"/>
                    </a:cubicBezTo>
                    <a:cubicBezTo>
                      <a:pt x="1707" y="2253"/>
                      <a:pt x="1467" y="2225"/>
                      <a:pt x="1229" y="2187"/>
                    </a:cubicBezTo>
                    <a:cubicBezTo>
                      <a:pt x="1224" y="2186"/>
                      <a:pt x="1223" y="2193"/>
                      <a:pt x="1228" y="2194"/>
                    </a:cubicBezTo>
                    <a:cubicBezTo>
                      <a:pt x="1409" y="2236"/>
                      <a:pt x="1592" y="2266"/>
                      <a:pt x="1777" y="2282"/>
                    </a:cubicBezTo>
                    <a:cubicBezTo>
                      <a:pt x="1865" y="2290"/>
                      <a:pt x="1954" y="2295"/>
                      <a:pt x="2043" y="2298"/>
                    </a:cubicBezTo>
                    <a:cubicBezTo>
                      <a:pt x="2089" y="2300"/>
                      <a:pt x="2135" y="2301"/>
                      <a:pt x="2181" y="2301"/>
                    </a:cubicBezTo>
                    <a:cubicBezTo>
                      <a:pt x="2204" y="2301"/>
                      <a:pt x="2226" y="2301"/>
                      <a:pt x="2249" y="2301"/>
                    </a:cubicBezTo>
                    <a:cubicBezTo>
                      <a:pt x="2262" y="2301"/>
                      <a:pt x="2275" y="2301"/>
                      <a:pt x="2287" y="2301"/>
                    </a:cubicBezTo>
                    <a:cubicBezTo>
                      <a:pt x="2292" y="2301"/>
                      <a:pt x="2297" y="2302"/>
                      <a:pt x="2303" y="2302"/>
                    </a:cubicBezTo>
                    <a:lnTo>
                      <a:pt x="2304" y="2302"/>
                    </a:lnTo>
                    <a:cubicBezTo>
                      <a:pt x="2307" y="2303"/>
                      <a:pt x="2315" y="2317"/>
                      <a:pt x="2317" y="2319"/>
                    </a:cubicBezTo>
                    <a:cubicBezTo>
                      <a:pt x="2321" y="2326"/>
                      <a:pt x="2326" y="2332"/>
                      <a:pt x="2331" y="2339"/>
                    </a:cubicBezTo>
                    <a:cubicBezTo>
                      <a:pt x="2340" y="2352"/>
                      <a:pt x="2350" y="2366"/>
                      <a:pt x="2359" y="2379"/>
                    </a:cubicBezTo>
                    <a:cubicBezTo>
                      <a:pt x="2378" y="2405"/>
                      <a:pt x="2397" y="2432"/>
                      <a:pt x="2416" y="2458"/>
                    </a:cubicBezTo>
                    <a:cubicBezTo>
                      <a:pt x="2422" y="2468"/>
                      <a:pt x="2429" y="2477"/>
                      <a:pt x="2436" y="2486"/>
                    </a:cubicBezTo>
                    <a:cubicBezTo>
                      <a:pt x="2421" y="2492"/>
                      <a:pt x="2406" y="2498"/>
                      <a:pt x="2390" y="2503"/>
                    </a:cubicBezTo>
                    <a:cubicBezTo>
                      <a:pt x="2357" y="2514"/>
                      <a:pt x="2323" y="2520"/>
                      <a:pt x="2289" y="2525"/>
                    </a:cubicBezTo>
                    <a:cubicBezTo>
                      <a:pt x="2223" y="2535"/>
                      <a:pt x="2155" y="2536"/>
                      <a:pt x="2088" y="2538"/>
                    </a:cubicBezTo>
                    <a:cubicBezTo>
                      <a:pt x="1925" y="2542"/>
                      <a:pt x="1761" y="2547"/>
                      <a:pt x="1598" y="2554"/>
                    </a:cubicBezTo>
                    <a:cubicBezTo>
                      <a:pt x="1592" y="2554"/>
                      <a:pt x="1592" y="2563"/>
                      <a:pt x="1599" y="2563"/>
                    </a:cubicBezTo>
                    <a:cubicBezTo>
                      <a:pt x="1768" y="2564"/>
                      <a:pt x="1938" y="2564"/>
                      <a:pt x="2107" y="2562"/>
                    </a:cubicBezTo>
                    <a:cubicBezTo>
                      <a:pt x="2174" y="2562"/>
                      <a:pt x="2241" y="2560"/>
                      <a:pt x="2307" y="2550"/>
                    </a:cubicBezTo>
                    <a:cubicBezTo>
                      <a:pt x="2350" y="2543"/>
                      <a:pt x="2412" y="2534"/>
                      <a:pt x="2453" y="2508"/>
                    </a:cubicBezTo>
                    <a:cubicBezTo>
                      <a:pt x="2460" y="2517"/>
                      <a:pt x="2468" y="2526"/>
                      <a:pt x="2474" y="2536"/>
                    </a:cubicBezTo>
                    <a:cubicBezTo>
                      <a:pt x="2494" y="2565"/>
                      <a:pt x="2768" y="2958"/>
                      <a:pt x="2791" y="2984"/>
                    </a:cubicBezTo>
                    <a:cubicBezTo>
                      <a:pt x="2803" y="2997"/>
                      <a:pt x="2823" y="2981"/>
                      <a:pt x="2819" y="2966"/>
                    </a:cubicBezTo>
                    <a:cubicBezTo>
                      <a:pt x="2803" y="2909"/>
                      <a:pt x="2517" y="2489"/>
                      <a:pt x="2492" y="2435"/>
                    </a:cubicBezTo>
                    <a:cubicBezTo>
                      <a:pt x="2487" y="2424"/>
                      <a:pt x="2481" y="2412"/>
                      <a:pt x="2474" y="2401"/>
                    </a:cubicBezTo>
                    <a:cubicBezTo>
                      <a:pt x="2523" y="2282"/>
                      <a:pt x="2556" y="2153"/>
                      <a:pt x="2584" y="2029"/>
                    </a:cubicBezTo>
                    <a:cubicBezTo>
                      <a:pt x="2616" y="1885"/>
                      <a:pt x="2632" y="1737"/>
                      <a:pt x="2638" y="1590"/>
                    </a:cubicBezTo>
                    <a:cubicBezTo>
                      <a:pt x="2638" y="1582"/>
                      <a:pt x="2625" y="1581"/>
                      <a:pt x="2624" y="1589"/>
                    </a:cubicBezTo>
                    <a:cubicBezTo>
                      <a:pt x="2613" y="1735"/>
                      <a:pt x="2589" y="1880"/>
                      <a:pt x="2557" y="2023"/>
                    </a:cubicBezTo>
                    <a:cubicBezTo>
                      <a:pt x="2531" y="2141"/>
                      <a:pt x="2493" y="2252"/>
                      <a:pt x="2454" y="2365"/>
                    </a:cubicBezTo>
                    <a:cubicBezTo>
                      <a:pt x="2437" y="2336"/>
                      <a:pt x="2418" y="2307"/>
                      <a:pt x="2400" y="2280"/>
                    </a:cubicBezTo>
                    <a:cubicBezTo>
                      <a:pt x="2371" y="2237"/>
                      <a:pt x="2342" y="2195"/>
                      <a:pt x="2311" y="2154"/>
                    </a:cubicBezTo>
                    <a:cubicBezTo>
                      <a:pt x="2326" y="2097"/>
                      <a:pt x="2333" y="2037"/>
                      <a:pt x="2342" y="1979"/>
                    </a:cubicBezTo>
                    <a:cubicBezTo>
                      <a:pt x="2353" y="1907"/>
                      <a:pt x="2363" y="1834"/>
                      <a:pt x="2372" y="1762"/>
                    </a:cubicBezTo>
                    <a:cubicBezTo>
                      <a:pt x="2388" y="1621"/>
                      <a:pt x="2399" y="1481"/>
                      <a:pt x="2403" y="1340"/>
                    </a:cubicBezTo>
                    <a:cubicBezTo>
                      <a:pt x="2404" y="1330"/>
                      <a:pt x="2388" y="1331"/>
                      <a:pt x="2388" y="1341"/>
                    </a:cubicBezTo>
                    <a:cubicBezTo>
                      <a:pt x="2376" y="1486"/>
                      <a:pt x="2363" y="1631"/>
                      <a:pt x="2344" y="1776"/>
                    </a:cubicBezTo>
                    <a:cubicBezTo>
                      <a:pt x="2336" y="1844"/>
                      <a:pt x="2326" y="1912"/>
                      <a:pt x="2315" y="1980"/>
                    </a:cubicBezTo>
                    <a:cubicBezTo>
                      <a:pt x="2307" y="2028"/>
                      <a:pt x="2296" y="2076"/>
                      <a:pt x="2289" y="2125"/>
                    </a:cubicBezTo>
                    <a:cubicBezTo>
                      <a:pt x="2256" y="2082"/>
                      <a:pt x="2223" y="2039"/>
                      <a:pt x="2188" y="1997"/>
                    </a:cubicBezTo>
                    <a:cubicBezTo>
                      <a:pt x="2139" y="1939"/>
                      <a:pt x="2089" y="1882"/>
                      <a:pt x="2038" y="1827"/>
                    </a:cubicBezTo>
                    <a:cubicBezTo>
                      <a:pt x="2039" y="1777"/>
                      <a:pt x="2034" y="1727"/>
                      <a:pt x="2034" y="1678"/>
                    </a:cubicBezTo>
                    <a:cubicBezTo>
                      <a:pt x="2033" y="1621"/>
                      <a:pt x="2033" y="1563"/>
                      <a:pt x="2033" y="1506"/>
                    </a:cubicBezTo>
                    <a:cubicBezTo>
                      <a:pt x="2035" y="1389"/>
                      <a:pt x="2044" y="1272"/>
                      <a:pt x="2045" y="1155"/>
                    </a:cubicBezTo>
                    <a:cubicBezTo>
                      <a:pt x="2046" y="1148"/>
                      <a:pt x="2034" y="1147"/>
                      <a:pt x="2032" y="1154"/>
                    </a:cubicBezTo>
                    <a:cubicBezTo>
                      <a:pt x="2013" y="1268"/>
                      <a:pt x="2009" y="1386"/>
                      <a:pt x="2005" y="1501"/>
                    </a:cubicBezTo>
                    <a:cubicBezTo>
                      <a:pt x="2003" y="1561"/>
                      <a:pt x="2002" y="1620"/>
                      <a:pt x="2002" y="1680"/>
                    </a:cubicBezTo>
                    <a:cubicBezTo>
                      <a:pt x="2002" y="1715"/>
                      <a:pt x="2001" y="1752"/>
                      <a:pt x="2002" y="1788"/>
                    </a:cubicBezTo>
                    <a:cubicBezTo>
                      <a:pt x="1900" y="1680"/>
                      <a:pt x="1794" y="1576"/>
                      <a:pt x="1684" y="1475"/>
                    </a:cubicBezTo>
                    <a:cubicBezTo>
                      <a:pt x="1663" y="1457"/>
                      <a:pt x="1642" y="1438"/>
                      <a:pt x="1622" y="1420"/>
                    </a:cubicBezTo>
                    <a:cubicBezTo>
                      <a:pt x="1656" y="1185"/>
                      <a:pt x="1651" y="950"/>
                      <a:pt x="1605" y="717"/>
                    </a:cubicBezTo>
                    <a:cubicBezTo>
                      <a:pt x="1603" y="706"/>
                      <a:pt x="1586" y="709"/>
                      <a:pt x="1587" y="720"/>
                    </a:cubicBezTo>
                    <a:cubicBezTo>
                      <a:pt x="1616" y="941"/>
                      <a:pt x="1617" y="1168"/>
                      <a:pt x="1588" y="1389"/>
                    </a:cubicBezTo>
                    <a:cubicBezTo>
                      <a:pt x="1488" y="1301"/>
                      <a:pt x="1386" y="1215"/>
                      <a:pt x="1282" y="1132"/>
                    </a:cubicBezTo>
                    <a:cubicBezTo>
                      <a:pt x="1282" y="1123"/>
                      <a:pt x="1281" y="1113"/>
                      <a:pt x="1281" y="1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15"/>
            <p:cNvGrpSpPr/>
            <p:nvPr/>
          </p:nvGrpSpPr>
          <p:grpSpPr>
            <a:xfrm>
              <a:off x="5593660" y="3870653"/>
              <a:ext cx="299533" cy="196301"/>
              <a:chOff x="10131710" y="3870653"/>
              <a:chExt cx="299533" cy="196301"/>
            </a:xfrm>
          </p:grpSpPr>
          <p:sp>
            <p:nvSpPr>
              <p:cNvPr id="59" name="Google Shape;59;p15"/>
              <p:cNvSpPr/>
              <p:nvPr/>
            </p:nvSpPr>
            <p:spPr>
              <a:xfrm rot="721836">
                <a:off x="10143475" y="3897857"/>
                <a:ext cx="276003" cy="141893"/>
              </a:xfrm>
              <a:custGeom>
                <a:avLst/>
                <a:gdLst/>
                <a:ahLst/>
                <a:cxnLst/>
                <a:rect l="l" t="t" r="r" b="b"/>
                <a:pathLst>
                  <a:path w="778" h="400" extrusionOk="0">
                    <a:moveTo>
                      <a:pt x="778" y="162"/>
                    </a:moveTo>
                    <a:cubicBezTo>
                      <a:pt x="781" y="214"/>
                      <a:pt x="719" y="244"/>
                      <a:pt x="671" y="276"/>
                    </a:cubicBezTo>
                    <a:cubicBezTo>
                      <a:pt x="533" y="367"/>
                      <a:pt x="353" y="440"/>
                      <a:pt x="187" y="374"/>
                    </a:cubicBezTo>
                    <a:cubicBezTo>
                      <a:pt x="98" y="338"/>
                      <a:pt x="-7" y="260"/>
                      <a:pt x="0" y="147"/>
                    </a:cubicBezTo>
                    <a:cubicBezTo>
                      <a:pt x="8" y="135"/>
                      <a:pt x="17" y="123"/>
                      <a:pt x="29" y="113"/>
                    </a:cubicBezTo>
                    <a:cubicBezTo>
                      <a:pt x="145" y="0"/>
                      <a:pt x="422" y="-18"/>
                      <a:pt x="562" y="14"/>
                    </a:cubicBezTo>
                    <a:cubicBezTo>
                      <a:pt x="621" y="28"/>
                      <a:pt x="729" y="59"/>
                      <a:pt x="763" y="117"/>
                    </a:cubicBezTo>
                    <a:cubicBezTo>
                      <a:pt x="773" y="134"/>
                      <a:pt x="778" y="149"/>
                      <a:pt x="778" y="1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 rot="721836">
                <a:off x="10139295" y="3937501"/>
                <a:ext cx="276003" cy="101808"/>
              </a:xfrm>
              <a:custGeom>
                <a:avLst/>
                <a:gdLst/>
                <a:ahLst/>
                <a:cxnLst/>
                <a:rect l="l" t="t" r="r" b="b"/>
                <a:pathLst>
                  <a:path w="778" h="287" extrusionOk="0">
                    <a:moveTo>
                      <a:pt x="778" y="49"/>
                    </a:moveTo>
                    <a:cubicBezTo>
                      <a:pt x="781" y="101"/>
                      <a:pt x="719" y="131"/>
                      <a:pt x="671" y="163"/>
                    </a:cubicBezTo>
                    <a:cubicBezTo>
                      <a:pt x="533" y="254"/>
                      <a:pt x="353" y="327"/>
                      <a:pt x="187" y="261"/>
                    </a:cubicBezTo>
                    <a:cubicBezTo>
                      <a:pt x="98" y="225"/>
                      <a:pt x="-7" y="147"/>
                      <a:pt x="0" y="34"/>
                    </a:cubicBezTo>
                    <a:cubicBezTo>
                      <a:pt x="8" y="22"/>
                      <a:pt x="17" y="10"/>
                      <a:pt x="29" y="0"/>
                    </a:cubicBezTo>
                    <a:cubicBezTo>
                      <a:pt x="72" y="77"/>
                      <a:pt x="162" y="125"/>
                      <a:pt x="279" y="141"/>
                    </a:cubicBezTo>
                    <a:cubicBezTo>
                      <a:pt x="381" y="154"/>
                      <a:pt x="513" y="145"/>
                      <a:pt x="613" y="121"/>
                    </a:cubicBezTo>
                    <a:cubicBezTo>
                      <a:pt x="637" y="115"/>
                      <a:pt x="710" y="76"/>
                      <a:pt x="778" y="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 rot="721836">
                <a:off x="10200289" y="3918214"/>
                <a:ext cx="173832" cy="37247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05" extrusionOk="0">
                    <a:moveTo>
                      <a:pt x="489" y="89"/>
                    </a:moveTo>
                    <a:cubicBezTo>
                      <a:pt x="469" y="55"/>
                      <a:pt x="417" y="40"/>
                      <a:pt x="380" y="36"/>
                    </a:cubicBezTo>
                    <a:cubicBezTo>
                      <a:pt x="335" y="30"/>
                      <a:pt x="287" y="47"/>
                      <a:pt x="245" y="29"/>
                    </a:cubicBezTo>
                    <a:cubicBezTo>
                      <a:pt x="207" y="13"/>
                      <a:pt x="173" y="-8"/>
                      <a:pt x="131" y="3"/>
                    </a:cubicBezTo>
                    <a:cubicBezTo>
                      <a:pt x="93" y="12"/>
                      <a:pt x="48" y="51"/>
                      <a:pt x="8" y="33"/>
                    </a:cubicBezTo>
                    <a:cubicBezTo>
                      <a:pt x="3" y="31"/>
                      <a:pt x="-3" y="37"/>
                      <a:pt x="1" y="41"/>
                    </a:cubicBezTo>
                    <a:cubicBezTo>
                      <a:pt x="28" y="66"/>
                      <a:pt x="60" y="58"/>
                      <a:pt x="91" y="49"/>
                    </a:cubicBezTo>
                    <a:cubicBezTo>
                      <a:pt x="111" y="44"/>
                      <a:pt x="131" y="37"/>
                      <a:pt x="152" y="39"/>
                    </a:cubicBezTo>
                    <a:cubicBezTo>
                      <a:pt x="174" y="41"/>
                      <a:pt x="195" y="55"/>
                      <a:pt x="215" y="65"/>
                    </a:cubicBezTo>
                    <a:cubicBezTo>
                      <a:pt x="233" y="73"/>
                      <a:pt x="252" y="81"/>
                      <a:pt x="272" y="83"/>
                    </a:cubicBezTo>
                    <a:cubicBezTo>
                      <a:pt x="296" y="85"/>
                      <a:pt x="316" y="77"/>
                      <a:pt x="339" y="71"/>
                    </a:cubicBezTo>
                    <a:cubicBezTo>
                      <a:pt x="363" y="66"/>
                      <a:pt x="389" y="69"/>
                      <a:pt x="412" y="76"/>
                    </a:cubicBezTo>
                    <a:cubicBezTo>
                      <a:pt x="436" y="82"/>
                      <a:pt x="455" y="97"/>
                      <a:pt x="478" y="104"/>
                    </a:cubicBezTo>
                    <a:cubicBezTo>
                      <a:pt x="486" y="107"/>
                      <a:pt x="494" y="97"/>
                      <a:pt x="489" y="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 rot="721836">
                <a:off x="10204701" y="3927732"/>
                <a:ext cx="157159" cy="22703"/>
              </a:xfrm>
              <a:custGeom>
                <a:avLst/>
                <a:gdLst/>
                <a:ahLst/>
                <a:cxnLst/>
                <a:rect l="l" t="t" r="r" b="b"/>
                <a:pathLst>
                  <a:path w="443" h="64" extrusionOk="0">
                    <a:moveTo>
                      <a:pt x="442" y="57"/>
                    </a:moveTo>
                    <a:cubicBezTo>
                      <a:pt x="418" y="32"/>
                      <a:pt x="371" y="28"/>
                      <a:pt x="338" y="30"/>
                    </a:cubicBezTo>
                    <a:cubicBezTo>
                      <a:pt x="293" y="34"/>
                      <a:pt x="252" y="53"/>
                      <a:pt x="207" y="34"/>
                    </a:cubicBezTo>
                    <a:cubicBezTo>
                      <a:pt x="178" y="21"/>
                      <a:pt x="151" y="1"/>
                      <a:pt x="119" y="0"/>
                    </a:cubicBezTo>
                    <a:cubicBezTo>
                      <a:pt x="78" y="-2"/>
                      <a:pt x="44" y="32"/>
                      <a:pt x="3" y="26"/>
                    </a:cubicBezTo>
                    <a:cubicBezTo>
                      <a:pt x="0" y="26"/>
                      <a:pt x="-2" y="31"/>
                      <a:pt x="2" y="32"/>
                    </a:cubicBezTo>
                    <a:cubicBezTo>
                      <a:pt x="36" y="41"/>
                      <a:pt x="64" y="23"/>
                      <a:pt x="97" y="16"/>
                    </a:cubicBezTo>
                    <a:cubicBezTo>
                      <a:pt x="138" y="8"/>
                      <a:pt x="169" y="34"/>
                      <a:pt x="204" y="49"/>
                    </a:cubicBezTo>
                    <a:cubicBezTo>
                      <a:pt x="238" y="63"/>
                      <a:pt x="270" y="58"/>
                      <a:pt x="305" y="51"/>
                    </a:cubicBezTo>
                    <a:cubicBezTo>
                      <a:pt x="328" y="46"/>
                      <a:pt x="351" y="43"/>
                      <a:pt x="375" y="47"/>
                    </a:cubicBezTo>
                    <a:cubicBezTo>
                      <a:pt x="397" y="50"/>
                      <a:pt x="417" y="60"/>
                      <a:pt x="439" y="64"/>
                    </a:cubicBezTo>
                    <a:cubicBezTo>
                      <a:pt x="442" y="64"/>
                      <a:pt x="445" y="60"/>
                      <a:pt x="442" y="5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 rot="721836">
                <a:off x="10268038" y="3955669"/>
                <a:ext cx="65985" cy="9578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7" extrusionOk="0">
                    <a:moveTo>
                      <a:pt x="185" y="6"/>
                    </a:moveTo>
                    <a:cubicBezTo>
                      <a:pt x="156" y="-6"/>
                      <a:pt x="122" y="2"/>
                      <a:pt x="92" y="8"/>
                    </a:cubicBezTo>
                    <a:cubicBezTo>
                      <a:pt x="62" y="14"/>
                      <a:pt x="31" y="22"/>
                      <a:pt x="2" y="9"/>
                    </a:cubicBezTo>
                    <a:cubicBezTo>
                      <a:pt x="1" y="9"/>
                      <a:pt x="0" y="10"/>
                      <a:pt x="1" y="11"/>
                    </a:cubicBezTo>
                    <a:cubicBezTo>
                      <a:pt x="24" y="30"/>
                      <a:pt x="54" y="28"/>
                      <a:pt x="82" y="23"/>
                    </a:cubicBezTo>
                    <a:cubicBezTo>
                      <a:pt x="99" y="20"/>
                      <a:pt x="115" y="16"/>
                      <a:pt x="133" y="15"/>
                    </a:cubicBezTo>
                    <a:cubicBezTo>
                      <a:pt x="151" y="13"/>
                      <a:pt x="168" y="14"/>
                      <a:pt x="185" y="9"/>
                    </a:cubicBezTo>
                    <a:cubicBezTo>
                      <a:pt x="187" y="8"/>
                      <a:pt x="187" y="6"/>
                      <a:pt x="185" y="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64;p15"/>
            <p:cNvSpPr/>
            <p:nvPr/>
          </p:nvSpPr>
          <p:spPr>
            <a:xfrm>
              <a:off x="7315495" y="1763436"/>
              <a:ext cx="886033" cy="2054309"/>
            </a:xfrm>
            <a:custGeom>
              <a:avLst/>
              <a:gdLst/>
              <a:ahLst/>
              <a:cxnLst/>
              <a:rect l="l" t="t" r="r" b="b"/>
              <a:pathLst>
                <a:path w="2728" h="6325" extrusionOk="0">
                  <a:moveTo>
                    <a:pt x="0" y="6201"/>
                  </a:moveTo>
                  <a:cubicBezTo>
                    <a:pt x="0" y="6023"/>
                    <a:pt x="0" y="5845"/>
                    <a:pt x="0" y="5666"/>
                  </a:cubicBezTo>
                  <a:cubicBezTo>
                    <a:pt x="441" y="5598"/>
                    <a:pt x="407" y="5047"/>
                    <a:pt x="576" y="4639"/>
                  </a:cubicBezTo>
                  <a:cubicBezTo>
                    <a:pt x="920" y="3807"/>
                    <a:pt x="1817" y="3461"/>
                    <a:pt x="2143" y="2621"/>
                  </a:cubicBezTo>
                  <a:cubicBezTo>
                    <a:pt x="2381" y="2006"/>
                    <a:pt x="2310" y="871"/>
                    <a:pt x="1624" y="550"/>
                  </a:cubicBezTo>
                  <a:cubicBezTo>
                    <a:pt x="1364" y="429"/>
                    <a:pt x="1074" y="490"/>
                    <a:pt x="842" y="643"/>
                  </a:cubicBezTo>
                  <a:cubicBezTo>
                    <a:pt x="731" y="716"/>
                    <a:pt x="611" y="784"/>
                    <a:pt x="481" y="792"/>
                  </a:cubicBezTo>
                  <a:cubicBezTo>
                    <a:pt x="76" y="818"/>
                    <a:pt x="191" y="438"/>
                    <a:pt x="267" y="180"/>
                  </a:cubicBezTo>
                  <a:cubicBezTo>
                    <a:pt x="454" y="339"/>
                    <a:pt x="639" y="202"/>
                    <a:pt x="835" y="112"/>
                  </a:cubicBezTo>
                  <a:cubicBezTo>
                    <a:pt x="1195" y="-55"/>
                    <a:pt x="1649" y="-39"/>
                    <a:pt x="1978" y="193"/>
                  </a:cubicBezTo>
                  <a:cubicBezTo>
                    <a:pt x="2230" y="370"/>
                    <a:pt x="2406" y="639"/>
                    <a:pt x="2526" y="924"/>
                  </a:cubicBezTo>
                  <a:cubicBezTo>
                    <a:pt x="2741" y="1435"/>
                    <a:pt x="2783" y="2016"/>
                    <a:pt x="2655" y="2554"/>
                  </a:cubicBezTo>
                  <a:cubicBezTo>
                    <a:pt x="2517" y="3134"/>
                    <a:pt x="2173" y="3572"/>
                    <a:pt x="1808" y="4025"/>
                  </a:cubicBezTo>
                  <a:cubicBezTo>
                    <a:pt x="1541" y="4356"/>
                    <a:pt x="1174" y="4589"/>
                    <a:pt x="1002" y="5037"/>
                  </a:cubicBezTo>
                  <a:cubicBezTo>
                    <a:pt x="862" y="5402"/>
                    <a:pt x="755" y="5914"/>
                    <a:pt x="511" y="6170"/>
                  </a:cubicBezTo>
                  <a:cubicBezTo>
                    <a:pt x="368" y="6320"/>
                    <a:pt x="171" y="6365"/>
                    <a:pt x="0" y="6286"/>
                  </a:cubicBezTo>
                  <a:cubicBezTo>
                    <a:pt x="0" y="6258"/>
                    <a:pt x="0" y="6229"/>
                    <a:pt x="0" y="6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7315495" y="1830018"/>
              <a:ext cx="822698" cy="1972462"/>
            </a:xfrm>
            <a:custGeom>
              <a:avLst/>
              <a:gdLst/>
              <a:ahLst/>
              <a:cxnLst/>
              <a:rect l="l" t="t" r="r" b="b"/>
              <a:pathLst>
                <a:path w="2533" h="6073" extrusionOk="0">
                  <a:moveTo>
                    <a:pt x="2056" y="311"/>
                  </a:moveTo>
                  <a:cubicBezTo>
                    <a:pt x="1994" y="240"/>
                    <a:pt x="1924" y="178"/>
                    <a:pt x="1845" y="127"/>
                  </a:cubicBezTo>
                  <a:cubicBezTo>
                    <a:pt x="1401" y="-162"/>
                    <a:pt x="977" y="107"/>
                    <a:pt x="572" y="309"/>
                  </a:cubicBezTo>
                  <a:cubicBezTo>
                    <a:pt x="458" y="366"/>
                    <a:pt x="325" y="406"/>
                    <a:pt x="197" y="413"/>
                  </a:cubicBezTo>
                  <a:cubicBezTo>
                    <a:pt x="217" y="524"/>
                    <a:pt x="293" y="600"/>
                    <a:pt x="481" y="587"/>
                  </a:cubicBezTo>
                  <a:cubicBezTo>
                    <a:pt x="611" y="579"/>
                    <a:pt x="731" y="511"/>
                    <a:pt x="842" y="438"/>
                  </a:cubicBezTo>
                  <a:cubicBezTo>
                    <a:pt x="1074" y="285"/>
                    <a:pt x="1364" y="224"/>
                    <a:pt x="1624" y="345"/>
                  </a:cubicBezTo>
                  <a:cubicBezTo>
                    <a:pt x="2310" y="666"/>
                    <a:pt x="2381" y="1801"/>
                    <a:pt x="2143" y="2416"/>
                  </a:cubicBezTo>
                  <a:cubicBezTo>
                    <a:pt x="1817" y="3256"/>
                    <a:pt x="920" y="3602"/>
                    <a:pt x="576" y="4434"/>
                  </a:cubicBezTo>
                  <a:cubicBezTo>
                    <a:pt x="407" y="4842"/>
                    <a:pt x="441" y="5393"/>
                    <a:pt x="0" y="5461"/>
                  </a:cubicBezTo>
                  <a:cubicBezTo>
                    <a:pt x="0" y="5588"/>
                    <a:pt x="0" y="5945"/>
                    <a:pt x="0" y="6072"/>
                  </a:cubicBezTo>
                  <a:cubicBezTo>
                    <a:pt x="675" y="6097"/>
                    <a:pt x="671" y="5210"/>
                    <a:pt x="944" y="4514"/>
                  </a:cubicBezTo>
                  <a:cubicBezTo>
                    <a:pt x="963" y="4465"/>
                    <a:pt x="985" y="4417"/>
                    <a:pt x="1008" y="4369"/>
                  </a:cubicBezTo>
                  <a:cubicBezTo>
                    <a:pt x="1294" y="3785"/>
                    <a:pt x="1834" y="3394"/>
                    <a:pt x="2196" y="2865"/>
                  </a:cubicBezTo>
                  <a:cubicBezTo>
                    <a:pt x="2623" y="2240"/>
                    <a:pt x="2620" y="1435"/>
                    <a:pt x="2323" y="750"/>
                  </a:cubicBezTo>
                  <a:cubicBezTo>
                    <a:pt x="2255" y="592"/>
                    <a:pt x="2169" y="439"/>
                    <a:pt x="2056" y="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898428" y="1313599"/>
              <a:ext cx="1539516" cy="2229051"/>
            </a:xfrm>
            <a:custGeom>
              <a:avLst/>
              <a:gdLst/>
              <a:ahLst/>
              <a:cxnLst/>
              <a:rect l="l" t="t" r="r" b="b"/>
              <a:pathLst>
                <a:path w="4740" h="6863" extrusionOk="0">
                  <a:moveTo>
                    <a:pt x="1119" y="6753"/>
                  </a:moveTo>
                  <a:cubicBezTo>
                    <a:pt x="870" y="6665"/>
                    <a:pt x="800" y="6421"/>
                    <a:pt x="810" y="6174"/>
                  </a:cubicBezTo>
                  <a:cubicBezTo>
                    <a:pt x="824" y="5823"/>
                    <a:pt x="836" y="5462"/>
                    <a:pt x="820" y="5108"/>
                  </a:cubicBezTo>
                  <a:cubicBezTo>
                    <a:pt x="800" y="4672"/>
                    <a:pt x="818" y="4231"/>
                    <a:pt x="798" y="3792"/>
                  </a:cubicBezTo>
                  <a:cubicBezTo>
                    <a:pt x="779" y="3395"/>
                    <a:pt x="804" y="2997"/>
                    <a:pt x="785" y="2599"/>
                  </a:cubicBezTo>
                  <a:cubicBezTo>
                    <a:pt x="774" y="2374"/>
                    <a:pt x="759" y="2147"/>
                    <a:pt x="746" y="1921"/>
                  </a:cubicBezTo>
                  <a:cubicBezTo>
                    <a:pt x="738" y="1780"/>
                    <a:pt x="684" y="1623"/>
                    <a:pt x="694" y="1484"/>
                  </a:cubicBezTo>
                  <a:cubicBezTo>
                    <a:pt x="718" y="1181"/>
                    <a:pt x="544" y="974"/>
                    <a:pt x="391" y="731"/>
                  </a:cubicBezTo>
                  <a:cubicBezTo>
                    <a:pt x="284" y="561"/>
                    <a:pt x="106" y="461"/>
                    <a:pt x="0" y="301"/>
                  </a:cubicBezTo>
                  <a:cubicBezTo>
                    <a:pt x="121" y="130"/>
                    <a:pt x="390" y="40"/>
                    <a:pt x="579" y="6"/>
                  </a:cubicBezTo>
                  <a:cubicBezTo>
                    <a:pt x="749" y="-25"/>
                    <a:pt x="894" y="84"/>
                    <a:pt x="1067" y="95"/>
                  </a:cubicBezTo>
                  <a:cubicBezTo>
                    <a:pt x="1276" y="109"/>
                    <a:pt x="1475" y="54"/>
                    <a:pt x="1684" y="69"/>
                  </a:cubicBezTo>
                  <a:cubicBezTo>
                    <a:pt x="1870" y="82"/>
                    <a:pt x="2052" y="96"/>
                    <a:pt x="2240" y="95"/>
                  </a:cubicBezTo>
                  <a:cubicBezTo>
                    <a:pt x="2762" y="94"/>
                    <a:pt x="3280" y="191"/>
                    <a:pt x="3804" y="157"/>
                  </a:cubicBezTo>
                  <a:cubicBezTo>
                    <a:pt x="3992" y="144"/>
                    <a:pt x="4204" y="131"/>
                    <a:pt x="4383" y="96"/>
                  </a:cubicBezTo>
                  <a:cubicBezTo>
                    <a:pt x="4480" y="77"/>
                    <a:pt x="4612" y="-4"/>
                    <a:pt x="4703" y="33"/>
                  </a:cubicBezTo>
                  <a:cubicBezTo>
                    <a:pt x="4766" y="259"/>
                    <a:pt x="4732" y="538"/>
                    <a:pt x="4721" y="774"/>
                  </a:cubicBezTo>
                  <a:cubicBezTo>
                    <a:pt x="4709" y="1028"/>
                    <a:pt x="4743" y="1283"/>
                    <a:pt x="4731" y="1534"/>
                  </a:cubicBezTo>
                  <a:cubicBezTo>
                    <a:pt x="4703" y="2095"/>
                    <a:pt x="4692" y="2655"/>
                    <a:pt x="4692" y="3218"/>
                  </a:cubicBezTo>
                  <a:cubicBezTo>
                    <a:pt x="4692" y="4168"/>
                    <a:pt x="4692" y="5118"/>
                    <a:pt x="4692" y="6065"/>
                  </a:cubicBezTo>
                  <a:cubicBezTo>
                    <a:pt x="4692" y="6196"/>
                    <a:pt x="4708" y="6344"/>
                    <a:pt x="4672" y="6470"/>
                  </a:cubicBezTo>
                  <a:cubicBezTo>
                    <a:pt x="4627" y="6631"/>
                    <a:pt x="4533" y="6661"/>
                    <a:pt x="4370" y="6674"/>
                  </a:cubicBezTo>
                  <a:cubicBezTo>
                    <a:pt x="4053" y="6700"/>
                    <a:pt x="3734" y="6657"/>
                    <a:pt x="3416" y="6679"/>
                  </a:cubicBezTo>
                  <a:cubicBezTo>
                    <a:pt x="2696" y="6729"/>
                    <a:pt x="1793" y="7018"/>
                    <a:pt x="1094" y="6752"/>
                  </a:cubicBezTo>
                  <a:cubicBezTo>
                    <a:pt x="1093" y="6735"/>
                    <a:pt x="1109" y="6769"/>
                    <a:pt x="1119" y="6753"/>
                  </a:cubicBezTo>
                  <a:close/>
                </a:path>
              </a:pathLst>
            </a:custGeom>
            <a:solidFill>
              <a:srgbClr val="FFD9B3">
                <a:alpha val="55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6174501" y="2415943"/>
              <a:ext cx="1230637" cy="1016274"/>
            </a:xfrm>
            <a:custGeom>
              <a:avLst/>
              <a:gdLst/>
              <a:ahLst/>
              <a:cxnLst/>
              <a:rect l="l" t="t" r="r" b="b"/>
              <a:pathLst>
                <a:path w="3789" h="3129" extrusionOk="0">
                  <a:moveTo>
                    <a:pt x="3789" y="105"/>
                  </a:moveTo>
                  <a:cubicBezTo>
                    <a:pt x="3789" y="363"/>
                    <a:pt x="3787" y="619"/>
                    <a:pt x="3785" y="874"/>
                  </a:cubicBezTo>
                  <a:cubicBezTo>
                    <a:pt x="3783" y="1121"/>
                    <a:pt x="3781" y="1367"/>
                    <a:pt x="3779" y="1614"/>
                  </a:cubicBezTo>
                  <a:cubicBezTo>
                    <a:pt x="3777" y="1872"/>
                    <a:pt x="3776" y="2130"/>
                    <a:pt x="3776" y="2390"/>
                  </a:cubicBezTo>
                  <a:cubicBezTo>
                    <a:pt x="3776" y="2588"/>
                    <a:pt x="3745" y="2779"/>
                    <a:pt x="3758" y="2977"/>
                  </a:cubicBezTo>
                  <a:cubicBezTo>
                    <a:pt x="3666" y="3036"/>
                    <a:pt x="3507" y="3029"/>
                    <a:pt x="3396" y="3029"/>
                  </a:cubicBezTo>
                  <a:cubicBezTo>
                    <a:pt x="3007" y="3028"/>
                    <a:pt x="2614" y="3069"/>
                    <a:pt x="2226" y="3095"/>
                  </a:cubicBezTo>
                  <a:cubicBezTo>
                    <a:pt x="1753" y="3127"/>
                    <a:pt x="1314" y="3156"/>
                    <a:pt x="843" y="3080"/>
                  </a:cubicBezTo>
                  <a:cubicBezTo>
                    <a:pt x="600" y="3041"/>
                    <a:pt x="283" y="3079"/>
                    <a:pt x="61" y="2977"/>
                  </a:cubicBezTo>
                  <a:cubicBezTo>
                    <a:pt x="59" y="2357"/>
                    <a:pt x="51" y="1722"/>
                    <a:pt x="33" y="1104"/>
                  </a:cubicBezTo>
                  <a:cubicBezTo>
                    <a:pt x="31" y="1012"/>
                    <a:pt x="28" y="921"/>
                    <a:pt x="25" y="831"/>
                  </a:cubicBezTo>
                  <a:cubicBezTo>
                    <a:pt x="24" y="777"/>
                    <a:pt x="22" y="724"/>
                    <a:pt x="20" y="672"/>
                  </a:cubicBezTo>
                  <a:cubicBezTo>
                    <a:pt x="15" y="522"/>
                    <a:pt x="13" y="365"/>
                    <a:pt x="0" y="219"/>
                  </a:cubicBezTo>
                  <a:cubicBezTo>
                    <a:pt x="-4" y="186"/>
                    <a:pt x="45" y="166"/>
                    <a:pt x="82" y="157"/>
                  </a:cubicBezTo>
                  <a:cubicBezTo>
                    <a:pt x="282" y="102"/>
                    <a:pt x="505" y="87"/>
                    <a:pt x="720" y="85"/>
                  </a:cubicBezTo>
                  <a:cubicBezTo>
                    <a:pt x="1090" y="81"/>
                    <a:pt x="1459" y="27"/>
                    <a:pt x="1830" y="15"/>
                  </a:cubicBezTo>
                  <a:cubicBezTo>
                    <a:pt x="2311" y="-2"/>
                    <a:pt x="2794" y="-7"/>
                    <a:pt x="3274" y="15"/>
                  </a:cubicBezTo>
                  <a:cubicBezTo>
                    <a:pt x="3429" y="22"/>
                    <a:pt x="3566" y="26"/>
                    <a:pt x="3706" y="64"/>
                  </a:cubicBezTo>
                  <a:cubicBezTo>
                    <a:pt x="3742" y="74"/>
                    <a:pt x="3770" y="76"/>
                    <a:pt x="378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6185219" y="2774513"/>
              <a:ext cx="1216671" cy="657704"/>
            </a:xfrm>
            <a:custGeom>
              <a:avLst/>
              <a:gdLst/>
              <a:ahLst/>
              <a:cxnLst/>
              <a:rect l="l" t="t" r="r" b="b"/>
              <a:pathLst>
                <a:path w="3746" h="2025" extrusionOk="0">
                  <a:moveTo>
                    <a:pt x="3743" y="1286"/>
                  </a:moveTo>
                  <a:cubicBezTo>
                    <a:pt x="3743" y="1484"/>
                    <a:pt x="3712" y="1675"/>
                    <a:pt x="3725" y="1873"/>
                  </a:cubicBezTo>
                  <a:cubicBezTo>
                    <a:pt x="3633" y="1932"/>
                    <a:pt x="3474" y="1925"/>
                    <a:pt x="3363" y="1925"/>
                  </a:cubicBezTo>
                  <a:cubicBezTo>
                    <a:pt x="2974" y="1924"/>
                    <a:pt x="2581" y="1965"/>
                    <a:pt x="2193" y="1991"/>
                  </a:cubicBezTo>
                  <a:cubicBezTo>
                    <a:pt x="1720" y="2023"/>
                    <a:pt x="1281" y="2052"/>
                    <a:pt x="810" y="1976"/>
                  </a:cubicBezTo>
                  <a:cubicBezTo>
                    <a:pt x="567" y="1937"/>
                    <a:pt x="250" y="1975"/>
                    <a:pt x="28" y="1873"/>
                  </a:cubicBezTo>
                  <a:cubicBezTo>
                    <a:pt x="26" y="1253"/>
                    <a:pt x="18" y="618"/>
                    <a:pt x="0" y="0"/>
                  </a:cubicBezTo>
                  <a:cubicBezTo>
                    <a:pt x="5" y="11"/>
                    <a:pt x="9" y="23"/>
                    <a:pt x="13" y="35"/>
                  </a:cubicBezTo>
                  <a:cubicBezTo>
                    <a:pt x="87" y="255"/>
                    <a:pt x="175" y="491"/>
                    <a:pt x="318" y="676"/>
                  </a:cubicBezTo>
                  <a:cubicBezTo>
                    <a:pt x="533" y="956"/>
                    <a:pt x="724" y="1302"/>
                    <a:pt x="1012" y="1510"/>
                  </a:cubicBezTo>
                  <a:cubicBezTo>
                    <a:pt x="1431" y="1810"/>
                    <a:pt x="1901" y="1811"/>
                    <a:pt x="2393" y="1736"/>
                  </a:cubicBezTo>
                  <a:cubicBezTo>
                    <a:pt x="2658" y="1696"/>
                    <a:pt x="3076" y="1767"/>
                    <a:pt x="3293" y="1585"/>
                  </a:cubicBezTo>
                  <a:cubicBezTo>
                    <a:pt x="3523" y="1391"/>
                    <a:pt x="3577" y="1036"/>
                    <a:pt x="3658" y="763"/>
                  </a:cubicBezTo>
                  <a:cubicBezTo>
                    <a:pt x="3681" y="687"/>
                    <a:pt x="3710" y="597"/>
                    <a:pt x="3746" y="510"/>
                  </a:cubicBezTo>
                  <a:cubicBezTo>
                    <a:pt x="3744" y="768"/>
                    <a:pt x="3743" y="1026"/>
                    <a:pt x="3743" y="1286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6174501" y="2394507"/>
              <a:ext cx="1230637" cy="406964"/>
            </a:xfrm>
            <a:custGeom>
              <a:avLst/>
              <a:gdLst/>
              <a:ahLst/>
              <a:cxnLst/>
              <a:rect l="l" t="t" r="r" b="b"/>
              <a:pathLst>
                <a:path w="3789" h="1253" extrusionOk="0">
                  <a:moveTo>
                    <a:pt x="3789" y="171"/>
                  </a:moveTo>
                  <a:cubicBezTo>
                    <a:pt x="3789" y="429"/>
                    <a:pt x="3787" y="685"/>
                    <a:pt x="3785" y="940"/>
                  </a:cubicBezTo>
                  <a:cubicBezTo>
                    <a:pt x="3768" y="938"/>
                    <a:pt x="3751" y="936"/>
                    <a:pt x="3733" y="935"/>
                  </a:cubicBezTo>
                  <a:cubicBezTo>
                    <a:pt x="3622" y="924"/>
                    <a:pt x="3576" y="975"/>
                    <a:pt x="3475" y="989"/>
                  </a:cubicBezTo>
                  <a:cubicBezTo>
                    <a:pt x="3408" y="999"/>
                    <a:pt x="3389" y="968"/>
                    <a:pt x="3333" y="956"/>
                  </a:cubicBezTo>
                  <a:cubicBezTo>
                    <a:pt x="3238" y="935"/>
                    <a:pt x="3170" y="975"/>
                    <a:pt x="3073" y="965"/>
                  </a:cubicBezTo>
                  <a:cubicBezTo>
                    <a:pt x="3011" y="958"/>
                    <a:pt x="2955" y="917"/>
                    <a:pt x="2889" y="916"/>
                  </a:cubicBezTo>
                  <a:cubicBezTo>
                    <a:pt x="2786" y="913"/>
                    <a:pt x="2692" y="969"/>
                    <a:pt x="2595" y="994"/>
                  </a:cubicBezTo>
                  <a:cubicBezTo>
                    <a:pt x="2521" y="1012"/>
                    <a:pt x="2446" y="1011"/>
                    <a:pt x="2377" y="1048"/>
                  </a:cubicBezTo>
                  <a:cubicBezTo>
                    <a:pt x="2303" y="1086"/>
                    <a:pt x="2261" y="1153"/>
                    <a:pt x="2194" y="1200"/>
                  </a:cubicBezTo>
                  <a:cubicBezTo>
                    <a:pt x="2013" y="1324"/>
                    <a:pt x="1871" y="1196"/>
                    <a:pt x="1683" y="1181"/>
                  </a:cubicBezTo>
                  <a:cubicBezTo>
                    <a:pt x="1602" y="1174"/>
                    <a:pt x="1524" y="1201"/>
                    <a:pt x="1443" y="1181"/>
                  </a:cubicBezTo>
                  <a:cubicBezTo>
                    <a:pt x="1328" y="1152"/>
                    <a:pt x="1265" y="1063"/>
                    <a:pt x="1175" y="996"/>
                  </a:cubicBezTo>
                  <a:cubicBezTo>
                    <a:pt x="1053" y="903"/>
                    <a:pt x="940" y="876"/>
                    <a:pt x="802" y="954"/>
                  </a:cubicBezTo>
                  <a:cubicBezTo>
                    <a:pt x="698" y="1013"/>
                    <a:pt x="688" y="1078"/>
                    <a:pt x="572" y="1025"/>
                  </a:cubicBezTo>
                  <a:cubicBezTo>
                    <a:pt x="505" y="996"/>
                    <a:pt x="497" y="973"/>
                    <a:pt x="424" y="966"/>
                  </a:cubicBezTo>
                  <a:cubicBezTo>
                    <a:pt x="393" y="963"/>
                    <a:pt x="362" y="987"/>
                    <a:pt x="328" y="978"/>
                  </a:cubicBezTo>
                  <a:cubicBezTo>
                    <a:pt x="265" y="961"/>
                    <a:pt x="241" y="898"/>
                    <a:pt x="177" y="889"/>
                  </a:cubicBezTo>
                  <a:cubicBezTo>
                    <a:pt x="119" y="881"/>
                    <a:pt x="79" y="934"/>
                    <a:pt x="25" y="897"/>
                  </a:cubicBezTo>
                  <a:cubicBezTo>
                    <a:pt x="24" y="843"/>
                    <a:pt x="22" y="790"/>
                    <a:pt x="20" y="738"/>
                  </a:cubicBezTo>
                  <a:cubicBezTo>
                    <a:pt x="15" y="588"/>
                    <a:pt x="13" y="431"/>
                    <a:pt x="0" y="285"/>
                  </a:cubicBezTo>
                  <a:cubicBezTo>
                    <a:pt x="-16" y="113"/>
                    <a:pt x="1437" y="18"/>
                    <a:pt x="1602" y="10"/>
                  </a:cubicBezTo>
                  <a:cubicBezTo>
                    <a:pt x="1960" y="-7"/>
                    <a:pt x="2320" y="-1"/>
                    <a:pt x="2678" y="21"/>
                  </a:cubicBezTo>
                  <a:cubicBezTo>
                    <a:pt x="2860" y="32"/>
                    <a:pt x="3042" y="48"/>
                    <a:pt x="3223" y="67"/>
                  </a:cubicBezTo>
                  <a:cubicBezTo>
                    <a:pt x="3381" y="84"/>
                    <a:pt x="3554" y="89"/>
                    <a:pt x="3706" y="130"/>
                  </a:cubicBezTo>
                  <a:cubicBezTo>
                    <a:pt x="3742" y="140"/>
                    <a:pt x="3770" y="142"/>
                    <a:pt x="3789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6213151" y="2466610"/>
              <a:ext cx="1169901" cy="63984"/>
            </a:xfrm>
            <a:custGeom>
              <a:avLst/>
              <a:gdLst/>
              <a:ahLst/>
              <a:cxnLst/>
              <a:rect l="l" t="t" r="r" b="b"/>
              <a:pathLst>
                <a:path w="3602" h="197" extrusionOk="0">
                  <a:moveTo>
                    <a:pt x="3597" y="1"/>
                  </a:moveTo>
                  <a:cubicBezTo>
                    <a:pt x="3399" y="88"/>
                    <a:pt x="3176" y="85"/>
                    <a:pt x="2964" y="94"/>
                  </a:cubicBezTo>
                  <a:cubicBezTo>
                    <a:pt x="2724" y="105"/>
                    <a:pt x="2485" y="117"/>
                    <a:pt x="2245" y="126"/>
                  </a:cubicBezTo>
                  <a:cubicBezTo>
                    <a:pt x="1766" y="146"/>
                    <a:pt x="1286" y="155"/>
                    <a:pt x="807" y="132"/>
                  </a:cubicBezTo>
                  <a:cubicBezTo>
                    <a:pt x="673" y="125"/>
                    <a:pt x="538" y="117"/>
                    <a:pt x="404" y="108"/>
                  </a:cubicBezTo>
                  <a:cubicBezTo>
                    <a:pt x="270" y="99"/>
                    <a:pt x="136" y="83"/>
                    <a:pt x="2" y="76"/>
                  </a:cubicBezTo>
                  <a:cubicBezTo>
                    <a:pt x="0" y="76"/>
                    <a:pt x="0" y="79"/>
                    <a:pt x="2" y="79"/>
                  </a:cubicBezTo>
                  <a:cubicBezTo>
                    <a:pt x="117" y="104"/>
                    <a:pt x="235" y="116"/>
                    <a:pt x="352" y="131"/>
                  </a:cubicBezTo>
                  <a:cubicBezTo>
                    <a:pt x="473" y="146"/>
                    <a:pt x="594" y="158"/>
                    <a:pt x="716" y="167"/>
                  </a:cubicBezTo>
                  <a:cubicBezTo>
                    <a:pt x="959" y="185"/>
                    <a:pt x="1202" y="197"/>
                    <a:pt x="1446" y="197"/>
                  </a:cubicBezTo>
                  <a:cubicBezTo>
                    <a:pt x="1939" y="198"/>
                    <a:pt x="2432" y="169"/>
                    <a:pt x="2925" y="147"/>
                  </a:cubicBezTo>
                  <a:cubicBezTo>
                    <a:pt x="3049" y="141"/>
                    <a:pt x="3176" y="141"/>
                    <a:pt x="3300" y="125"/>
                  </a:cubicBezTo>
                  <a:cubicBezTo>
                    <a:pt x="3411" y="110"/>
                    <a:pt x="3516" y="82"/>
                    <a:pt x="3601" y="6"/>
                  </a:cubicBezTo>
                  <a:cubicBezTo>
                    <a:pt x="3604" y="3"/>
                    <a:pt x="3600" y="-1"/>
                    <a:pt x="3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25900" rIns="90000" bIns="25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6614919" y="876104"/>
              <a:ext cx="337784" cy="352399"/>
            </a:xfrm>
            <a:custGeom>
              <a:avLst/>
              <a:gdLst/>
              <a:ahLst/>
              <a:cxnLst/>
              <a:rect l="l" t="t" r="r" b="b"/>
              <a:pathLst>
                <a:path w="1040" h="1085" extrusionOk="0">
                  <a:moveTo>
                    <a:pt x="893" y="708"/>
                  </a:moveTo>
                  <a:cubicBezTo>
                    <a:pt x="878" y="769"/>
                    <a:pt x="871" y="824"/>
                    <a:pt x="871" y="887"/>
                  </a:cubicBezTo>
                  <a:cubicBezTo>
                    <a:pt x="871" y="903"/>
                    <a:pt x="881" y="994"/>
                    <a:pt x="865" y="1003"/>
                  </a:cubicBezTo>
                  <a:cubicBezTo>
                    <a:pt x="748" y="1073"/>
                    <a:pt x="631" y="1086"/>
                    <a:pt x="499" y="1085"/>
                  </a:cubicBezTo>
                  <a:cubicBezTo>
                    <a:pt x="443" y="1085"/>
                    <a:pt x="386" y="1083"/>
                    <a:pt x="331" y="1071"/>
                  </a:cubicBezTo>
                  <a:cubicBezTo>
                    <a:pt x="310" y="1067"/>
                    <a:pt x="203" y="1041"/>
                    <a:pt x="202" y="1009"/>
                  </a:cubicBezTo>
                  <a:cubicBezTo>
                    <a:pt x="201" y="750"/>
                    <a:pt x="25" y="483"/>
                    <a:pt x="1" y="226"/>
                  </a:cubicBezTo>
                  <a:cubicBezTo>
                    <a:pt x="-1" y="202"/>
                    <a:pt x="1" y="181"/>
                    <a:pt x="7" y="162"/>
                  </a:cubicBezTo>
                  <a:cubicBezTo>
                    <a:pt x="43" y="40"/>
                    <a:pt x="195" y="20"/>
                    <a:pt x="302" y="11"/>
                  </a:cubicBezTo>
                  <a:cubicBezTo>
                    <a:pt x="478" y="-4"/>
                    <a:pt x="655" y="-8"/>
                    <a:pt x="829" y="23"/>
                  </a:cubicBezTo>
                  <a:cubicBezTo>
                    <a:pt x="886" y="34"/>
                    <a:pt x="945" y="48"/>
                    <a:pt x="989" y="86"/>
                  </a:cubicBezTo>
                  <a:cubicBezTo>
                    <a:pt x="1058" y="144"/>
                    <a:pt x="1045" y="225"/>
                    <a:pt x="1022" y="301"/>
                  </a:cubicBezTo>
                  <a:cubicBezTo>
                    <a:pt x="984" y="434"/>
                    <a:pt x="930" y="568"/>
                    <a:pt x="894" y="704"/>
                  </a:cubicBezTo>
                  <a:cubicBezTo>
                    <a:pt x="894" y="705"/>
                    <a:pt x="894" y="707"/>
                    <a:pt x="893" y="7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6614919" y="889096"/>
              <a:ext cx="286791" cy="339408"/>
            </a:xfrm>
            <a:custGeom>
              <a:avLst/>
              <a:gdLst/>
              <a:ahLst/>
              <a:cxnLst/>
              <a:rect l="l" t="t" r="r" b="b"/>
              <a:pathLst>
                <a:path w="883" h="1045" extrusionOk="0">
                  <a:moveTo>
                    <a:pt x="358" y="401"/>
                  </a:moveTo>
                  <a:cubicBezTo>
                    <a:pt x="303" y="148"/>
                    <a:pt x="441" y="101"/>
                    <a:pt x="636" y="24"/>
                  </a:cubicBezTo>
                  <a:cubicBezTo>
                    <a:pt x="325" y="-41"/>
                    <a:pt x="95" y="41"/>
                    <a:pt x="7" y="122"/>
                  </a:cubicBezTo>
                  <a:lnTo>
                    <a:pt x="7" y="122"/>
                  </a:lnTo>
                  <a:cubicBezTo>
                    <a:pt x="1" y="141"/>
                    <a:pt x="-1" y="162"/>
                    <a:pt x="1" y="186"/>
                  </a:cubicBezTo>
                  <a:cubicBezTo>
                    <a:pt x="25" y="443"/>
                    <a:pt x="201" y="710"/>
                    <a:pt x="202" y="969"/>
                  </a:cubicBezTo>
                  <a:cubicBezTo>
                    <a:pt x="203" y="1001"/>
                    <a:pt x="310" y="1027"/>
                    <a:pt x="331" y="1031"/>
                  </a:cubicBezTo>
                  <a:cubicBezTo>
                    <a:pt x="386" y="1043"/>
                    <a:pt x="443" y="1045"/>
                    <a:pt x="499" y="1045"/>
                  </a:cubicBezTo>
                  <a:cubicBezTo>
                    <a:pt x="631" y="1046"/>
                    <a:pt x="748" y="1033"/>
                    <a:pt x="865" y="963"/>
                  </a:cubicBezTo>
                  <a:cubicBezTo>
                    <a:pt x="881" y="954"/>
                    <a:pt x="871" y="863"/>
                    <a:pt x="871" y="847"/>
                  </a:cubicBezTo>
                  <a:cubicBezTo>
                    <a:pt x="871" y="800"/>
                    <a:pt x="875" y="757"/>
                    <a:pt x="883" y="713"/>
                  </a:cubicBezTo>
                  <a:cubicBezTo>
                    <a:pt x="660" y="786"/>
                    <a:pt x="428" y="721"/>
                    <a:pt x="358" y="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6112141" y="1743948"/>
              <a:ext cx="1332297" cy="199097"/>
            </a:xfrm>
            <a:custGeom>
              <a:avLst/>
              <a:gdLst/>
              <a:ahLst/>
              <a:cxnLst/>
              <a:rect l="l" t="t" r="r" b="b"/>
              <a:pathLst>
                <a:path w="4102" h="613" extrusionOk="0">
                  <a:moveTo>
                    <a:pt x="0" y="275"/>
                  </a:moveTo>
                  <a:cubicBezTo>
                    <a:pt x="214" y="81"/>
                    <a:pt x="581" y="93"/>
                    <a:pt x="875" y="56"/>
                  </a:cubicBezTo>
                  <a:cubicBezTo>
                    <a:pt x="1164" y="19"/>
                    <a:pt x="1453" y="22"/>
                    <a:pt x="1743" y="9"/>
                  </a:cubicBezTo>
                  <a:cubicBezTo>
                    <a:pt x="2043" y="-3"/>
                    <a:pt x="3504" y="-20"/>
                    <a:pt x="3899" y="91"/>
                  </a:cubicBezTo>
                  <a:cubicBezTo>
                    <a:pt x="3968" y="110"/>
                    <a:pt x="4062" y="145"/>
                    <a:pt x="4091" y="221"/>
                  </a:cubicBezTo>
                  <a:cubicBezTo>
                    <a:pt x="4115" y="283"/>
                    <a:pt x="4100" y="319"/>
                    <a:pt x="4051" y="362"/>
                  </a:cubicBezTo>
                  <a:cubicBezTo>
                    <a:pt x="3973" y="430"/>
                    <a:pt x="3796" y="420"/>
                    <a:pt x="3701" y="437"/>
                  </a:cubicBezTo>
                  <a:cubicBezTo>
                    <a:pt x="3521" y="467"/>
                    <a:pt x="3363" y="527"/>
                    <a:pt x="3177" y="539"/>
                  </a:cubicBezTo>
                  <a:cubicBezTo>
                    <a:pt x="2299" y="596"/>
                    <a:pt x="1382" y="682"/>
                    <a:pt x="510" y="521"/>
                  </a:cubicBezTo>
                  <a:cubicBezTo>
                    <a:pt x="370" y="495"/>
                    <a:pt x="85" y="432"/>
                    <a:pt x="0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6763024" y="1454883"/>
              <a:ext cx="88668" cy="1036086"/>
            </a:xfrm>
            <a:custGeom>
              <a:avLst/>
              <a:gdLst/>
              <a:ahLst/>
              <a:cxnLst/>
              <a:rect l="l" t="t" r="r" b="b"/>
              <a:pathLst>
                <a:path w="273" h="3190" extrusionOk="0">
                  <a:moveTo>
                    <a:pt x="8" y="3156"/>
                  </a:moveTo>
                  <a:cubicBezTo>
                    <a:pt x="7" y="3061"/>
                    <a:pt x="15" y="2932"/>
                    <a:pt x="13" y="2838"/>
                  </a:cubicBezTo>
                  <a:cubicBezTo>
                    <a:pt x="11" y="2706"/>
                    <a:pt x="-12" y="645"/>
                    <a:pt x="9" y="160"/>
                  </a:cubicBezTo>
                  <a:cubicBezTo>
                    <a:pt x="12" y="98"/>
                    <a:pt x="-1" y="52"/>
                    <a:pt x="51" y="16"/>
                  </a:cubicBezTo>
                  <a:cubicBezTo>
                    <a:pt x="80" y="-5"/>
                    <a:pt x="172" y="-6"/>
                    <a:pt x="199" y="18"/>
                  </a:cubicBezTo>
                  <a:cubicBezTo>
                    <a:pt x="259" y="69"/>
                    <a:pt x="230" y="219"/>
                    <a:pt x="231" y="289"/>
                  </a:cubicBezTo>
                  <a:cubicBezTo>
                    <a:pt x="233" y="416"/>
                    <a:pt x="249" y="531"/>
                    <a:pt x="245" y="656"/>
                  </a:cubicBezTo>
                  <a:cubicBezTo>
                    <a:pt x="236" y="953"/>
                    <a:pt x="258" y="2134"/>
                    <a:pt x="264" y="2420"/>
                  </a:cubicBezTo>
                  <a:cubicBezTo>
                    <a:pt x="268" y="2625"/>
                    <a:pt x="285" y="3150"/>
                    <a:pt x="261" y="3163"/>
                  </a:cubicBezTo>
                  <a:cubicBezTo>
                    <a:pt x="208" y="3190"/>
                    <a:pt x="51" y="3210"/>
                    <a:pt x="8" y="31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155338" y="1186280"/>
              <a:ext cx="1271885" cy="372212"/>
            </a:xfrm>
            <a:custGeom>
              <a:avLst/>
              <a:gdLst/>
              <a:ahLst/>
              <a:cxnLst/>
              <a:rect l="l" t="t" r="r" b="b"/>
              <a:pathLst>
                <a:path w="3916" h="1146" extrusionOk="0">
                  <a:moveTo>
                    <a:pt x="3910" y="385"/>
                  </a:moveTo>
                  <a:cubicBezTo>
                    <a:pt x="3907" y="423"/>
                    <a:pt x="3905" y="455"/>
                    <a:pt x="3905" y="474"/>
                  </a:cubicBezTo>
                  <a:cubicBezTo>
                    <a:pt x="3905" y="562"/>
                    <a:pt x="3912" y="963"/>
                    <a:pt x="3883" y="1026"/>
                  </a:cubicBezTo>
                  <a:cubicBezTo>
                    <a:pt x="3649" y="1091"/>
                    <a:pt x="2091" y="1158"/>
                    <a:pt x="1819" y="1144"/>
                  </a:cubicBezTo>
                  <a:cubicBezTo>
                    <a:pt x="1692" y="1137"/>
                    <a:pt x="130" y="1114"/>
                    <a:pt x="22" y="1058"/>
                  </a:cubicBezTo>
                  <a:cubicBezTo>
                    <a:pt x="22" y="851"/>
                    <a:pt x="13" y="649"/>
                    <a:pt x="6" y="446"/>
                  </a:cubicBezTo>
                  <a:cubicBezTo>
                    <a:pt x="3" y="337"/>
                    <a:pt x="0" y="227"/>
                    <a:pt x="0" y="117"/>
                  </a:cubicBezTo>
                  <a:cubicBezTo>
                    <a:pt x="109" y="63"/>
                    <a:pt x="283" y="47"/>
                    <a:pt x="406" y="42"/>
                  </a:cubicBezTo>
                  <a:cubicBezTo>
                    <a:pt x="556" y="35"/>
                    <a:pt x="1190" y="15"/>
                    <a:pt x="1361" y="7"/>
                  </a:cubicBezTo>
                  <a:cubicBezTo>
                    <a:pt x="1730" y="-9"/>
                    <a:pt x="3073" y="5"/>
                    <a:pt x="3383" y="29"/>
                  </a:cubicBezTo>
                  <a:cubicBezTo>
                    <a:pt x="3486" y="37"/>
                    <a:pt x="3589" y="48"/>
                    <a:pt x="3691" y="53"/>
                  </a:cubicBezTo>
                  <a:cubicBezTo>
                    <a:pt x="3737" y="55"/>
                    <a:pt x="3857" y="45"/>
                    <a:pt x="3841" y="63"/>
                  </a:cubicBezTo>
                  <a:cubicBezTo>
                    <a:pt x="3932" y="54"/>
                    <a:pt x="3920" y="255"/>
                    <a:pt x="3910" y="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157612" y="1218760"/>
              <a:ext cx="1266364" cy="327066"/>
            </a:xfrm>
            <a:custGeom>
              <a:avLst/>
              <a:gdLst/>
              <a:ahLst/>
              <a:cxnLst/>
              <a:rect l="l" t="t" r="r" b="b"/>
              <a:pathLst>
                <a:path w="3899" h="1007" extrusionOk="0">
                  <a:moveTo>
                    <a:pt x="3898" y="451"/>
                  </a:moveTo>
                  <a:cubicBezTo>
                    <a:pt x="3898" y="417"/>
                    <a:pt x="3898" y="390"/>
                    <a:pt x="3898" y="374"/>
                  </a:cubicBezTo>
                  <a:cubicBezTo>
                    <a:pt x="3898" y="367"/>
                    <a:pt x="3898" y="358"/>
                    <a:pt x="3899" y="348"/>
                  </a:cubicBezTo>
                  <a:cubicBezTo>
                    <a:pt x="3874" y="350"/>
                    <a:pt x="3850" y="352"/>
                    <a:pt x="3825" y="354"/>
                  </a:cubicBezTo>
                  <a:cubicBezTo>
                    <a:pt x="3835" y="241"/>
                    <a:pt x="3851" y="97"/>
                    <a:pt x="3812" y="15"/>
                  </a:cubicBezTo>
                  <a:cubicBezTo>
                    <a:pt x="3710" y="-18"/>
                    <a:pt x="3637" y="2"/>
                    <a:pt x="3641" y="110"/>
                  </a:cubicBezTo>
                  <a:cubicBezTo>
                    <a:pt x="3644" y="196"/>
                    <a:pt x="3643" y="283"/>
                    <a:pt x="3640" y="369"/>
                  </a:cubicBezTo>
                  <a:cubicBezTo>
                    <a:pt x="3233" y="399"/>
                    <a:pt x="2825" y="420"/>
                    <a:pt x="2416" y="428"/>
                  </a:cubicBezTo>
                  <a:cubicBezTo>
                    <a:pt x="1860" y="440"/>
                    <a:pt x="1302" y="434"/>
                    <a:pt x="747" y="405"/>
                  </a:cubicBezTo>
                  <a:cubicBezTo>
                    <a:pt x="697" y="402"/>
                    <a:pt x="646" y="399"/>
                    <a:pt x="596" y="396"/>
                  </a:cubicBezTo>
                  <a:cubicBezTo>
                    <a:pt x="603" y="274"/>
                    <a:pt x="618" y="86"/>
                    <a:pt x="564" y="41"/>
                  </a:cubicBezTo>
                  <a:cubicBezTo>
                    <a:pt x="536" y="17"/>
                    <a:pt x="479" y="27"/>
                    <a:pt x="444" y="29"/>
                  </a:cubicBezTo>
                  <a:cubicBezTo>
                    <a:pt x="338" y="34"/>
                    <a:pt x="178" y="2"/>
                    <a:pt x="86" y="52"/>
                  </a:cubicBezTo>
                  <a:cubicBezTo>
                    <a:pt x="81" y="160"/>
                    <a:pt x="91" y="268"/>
                    <a:pt x="93" y="377"/>
                  </a:cubicBezTo>
                  <a:cubicBezTo>
                    <a:pt x="78" y="376"/>
                    <a:pt x="63" y="376"/>
                    <a:pt x="48" y="375"/>
                  </a:cubicBezTo>
                  <a:cubicBezTo>
                    <a:pt x="32" y="375"/>
                    <a:pt x="16" y="374"/>
                    <a:pt x="0" y="373"/>
                  </a:cubicBezTo>
                  <a:cubicBezTo>
                    <a:pt x="1" y="392"/>
                    <a:pt x="1" y="411"/>
                    <a:pt x="2" y="429"/>
                  </a:cubicBezTo>
                  <a:lnTo>
                    <a:pt x="3" y="429"/>
                  </a:lnTo>
                  <a:cubicBezTo>
                    <a:pt x="33" y="433"/>
                    <a:pt x="63" y="438"/>
                    <a:pt x="93" y="442"/>
                  </a:cubicBezTo>
                  <a:cubicBezTo>
                    <a:pt x="93" y="453"/>
                    <a:pt x="93" y="464"/>
                    <a:pt x="92" y="475"/>
                  </a:cubicBezTo>
                  <a:cubicBezTo>
                    <a:pt x="85" y="640"/>
                    <a:pt x="89" y="808"/>
                    <a:pt x="91" y="974"/>
                  </a:cubicBezTo>
                  <a:cubicBezTo>
                    <a:pt x="192" y="987"/>
                    <a:pt x="375" y="998"/>
                    <a:pt x="585" y="1007"/>
                  </a:cubicBezTo>
                  <a:cubicBezTo>
                    <a:pt x="585" y="1005"/>
                    <a:pt x="586" y="1003"/>
                    <a:pt x="586" y="1001"/>
                  </a:cubicBezTo>
                  <a:cubicBezTo>
                    <a:pt x="601" y="836"/>
                    <a:pt x="599" y="657"/>
                    <a:pt x="593" y="491"/>
                  </a:cubicBezTo>
                  <a:cubicBezTo>
                    <a:pt x="605" y="492"/>
                    <a:pt x="617" y="493"/>
                    <a:pt x="629" y="493"/>
                  </a:cubicBezTo>
                  <a:cubicBezTo>
                    <a:pt x="908" y="509"/>
                    <a:pt x="1188" y="523"/>
                    <a:pt x="1467" y="529"/>
                  </a:cubicBezTo>
                  <a:cubicBezTo>
                    <a:pt x="2025" y="540"/>
                    <a:pt x="2584" y="531"/>
                    <a:pt x="3142" y="503"/>
                  </a:cubicBezTo>
                  <a:cubicBezTo>
                    <a:pt x="3307" y="495"/>
                    <a:pt x="3472" y="484"/>
                    <a:pt x="3637" y="472"/>
                  </a:cubicBezTo>
                  <a:cubicBezTo>
                    <a:pt x="3636" y="496"/>
                    <a:pt x="3635" y="519"/>
                    <a:pt x="3634" y="543"/>
                  </a:cubicBezTo>
                  <a:cubicBezTo>
                    <a:pt x="3629" y="676"/>
                    <a:pt x="3636" y="823"/>
                    <a:pt x="3624" y="962"/>
                  </a:cubicBezTo>
                  <a:cubicBezTo>
                    <a:pt x="3711" y="953"/>
                    <a:pt x="3782" y="944"/>
                    <a:pt x="3831" y="936"/>
                  </a:cubicBezTo>
                  <a:cubicBezTo>
                    <a:pt x="3831" y="934"/>
                    <a:pt x="3832" y="932"/>
                    <a:pt x="3832" y="930"/>
                  </a:cubicBezTo>
                  <a:cubicBezTo>
                    <a:pt x="3844" y="857"/>
                    <a:pt x="3819" y="774"/>
                    <a:pt x="3814" y="701"/>
                  </a:cubicBezTo>
                  <a:cubicBezTo>
                    <a:pt x="3809" y="619"/>
                    <a:pt x="3817" y="539"/>
                    <a:pt x="3820" y="458"/>
                  </a:cubicBezTo>
                  <a:cubicBezTo>
                    <a:pt x="3846" y="456"/>
                    <a:pt x="3872" y="453"/>
                    <a:pt x="3898" y="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889009" y="1404216"/>
              <a:ext cx="259184" cy="441392"/>
            </a:xfrm>
            <a:custGeom>
              <a:avLst/>
              <a:gdLst/>
              <a:ahLst/>
              <a:cxnLst/>
              <a:rect l="l" t="t" r="r" b="b"/>
              <a:pathLst>
                <a:path w="798" h="1359" extrusionOk="0">
                  <a:moveTo>
                    <a:pt x="313" y="237"/>
                  </a:moveTo>
                  <a:cubicBezTo>
                    <a:pt x="235" y="152"/>
                    <a:pt x="149" y="76"/>
                    <a:pt x="57" y="8"/>
                  </a:cubicBezTo>
                  <a:cubicBezTo>
                    <a:pt x="16" y="-23"/>
                    <a:pt x="-24" y="46"/>
                    <a:pt x="17" y="76"/>
                  </a:cubicBezTo>
                  <a:cubicBezTo>
                    <a:pt x="324" y="305"/>
                    <a:pt x="550" y="637"/>
                    <a:pt x="657" y="1004"/>
                  </a:cubicBezTo>
                  <a:cubicBezTo>
                    <a:pt x="687" y="1107"/>
                    <a:pt x="708" y="1213"/>
                    <a:pt x="718" y="1321"/>
                  </a:cubicBezTo>
                  <a:cubicBezTo>
                    <a:pt x="723" y="1371"/>
                    <a:pt x="803" y="1372"/>
                    <a:pt x="798" y="1321"/>
                  </a:cubicBezTo>
                  <a:cubicBezTo>
                    <a:pt x="759" y="918"/>
                    <a:pt x="586" y="535"/>
                    <a:pt x="313" y="237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5880889" y="1308402"/>
              <a:ext cx="271201" cy="114976"/>
            </a:xfrm>
            <a:custGeom>
              <a:avLst/>
              <a:gdLst/>
              <a:ahLst/>
              <a:cxnLst/>
              <a:rect l="l" t="t" r="r" b="b"/>
              <a:pathLst>
                <a:path w="835" h="354" extrusionOk="0">
                  <a:moveTo>
                    <a:pt x="809" y="37"/>
                  </a:moveTo>
                  <a:cubicBezTo>
                    <a:pt x="517" y="-84"/>
                    <a:pt x="234" y="117"/>
                    <a:pt x="14" y="289"/>
                  </a:cubicBezTo>
                  <a:cubicBezTo>
                    <a:pt x="-26" y="321"/>
                    <a:pt x="31" y="377"/>
                    <a:pt x="71" y="345"/>
                  </a:cubicBezTo>
                  <a:cubicBezTo>
                    <a:pt x="269" y="190"/>
                    <a:pt x="524" y="4"/>
                    <a:pt x="788" y="113"/>
                  </a:cubicBezTo>
                  <a:cubicBezTo>
                    <a:pt x="835" y="133"/>
                    <a:pt x="856" y="56"/>
                    <a:pt x="809" y="37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144620" y="1334385"/>
              <a:ext cx="15590" cy="378383"/>
            </a:xfrm>
            <a:custGeom>
              <a:avLst/>
              <a:gdLst/>
              <a:ahLst/>
              <a:cxnLst/>
              <a:rect l="l" t="t" r="r" b="b"/>
              <a:pathLst>
                <a:path w="48" h="1165" extrusionOk="0">
                  <a:moveTo>
                    <a:pt x="38" y="263"/>
                  </a:moveTo>
                  <a:cubicBezTo>
                    <a:pt x="34" y="179"/>
                    <a:pt x="31" y="96"/>
                    <a:pt x="26" y="13"/>
                  </a:cubicBezTo>
                  <a:cubicBezTo>
                    <a:pt x="25" y="-4"/>
                    <a:pt x="-1" y="-4"/>
                    <a:pt x="0" y="13"/>
                  </a:cubicBezTo>
                  <a:cubicBezTo>
                    <a:pt x="16" y="309"/>
                    <a:pt x="23" y="605"/>
                    <a:pt x="21" y="902"/>
                  </a:cubicBezTo>
                  <a:cubicBezTo>
                    <a:pt x="21" y="985"/>
                    <a:pt x="19" y="1069"/>
                    <a:pt x="17" y="1152"/>
                  </a:cubicBezTo>
                  <a:cubicBezTo>
                    <a:pt x="17" y="1169"/>
                    <a:pt x="43" y="1169"/>
                    <a:pt x="44" y="1152"/>
                  </a:cubicBezTo>
                  <a:cubicBezTo>
                    <a:pt x="51" y="856"/>
                    <a:pt x="49" y="559"/>
                    <a:pt x="38" y="263"/>
                  </a:cubicBezTo>
                  <a:close/>
                </a:path>
              </a:pathLst>
            </a:custGeom>
            <a:solidFill>
              <a:srgbClr val="FFD9B3">
                <a:alpha val="3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099149" y="1810206"/>
              <a:ext cx="1368998" cy="301082"/>
            </a:xfrm>
            <a:custGeom>
              <a:avLst/>
              <a:gdLst/>
              <a:ahLst/>
              <a:cxnLst/>
              <a:rect l="l" t="t" r="r" b="b"/>
              <a:pathLst>
                <a:path w="4215" h="927" extrusionOk="0">
                  <a:moveTo>
                    <a:pt x="4190" y="654"/>
                  </a:moveTo>
                  <a:cubicBezTo>
                    <a:pt x="4124" y="768"/>
                    <a:pt x="3888" y="792"/>
                    <a:pt x="3769" y="818"/>
                  </a:cubicBezTo>
                  <a:cubicBezTo>
                    <a:pt x="3290" y="919"/>
                    <a:pt x="2762" y="913"/>
                    <a:pt x="2277" y="924"/>
                  </a:cubicBezTo>
                  <a:cubicBezTo>
                    <a:pt x="1831" y="934"/>
                    <a:pt x="1396" y="922"/>
                    <a:pt x="951" y="890"/>
                  </a:cubicBezTo>
                  <a:cubicBezTo>
                    <a:pt x="905" y="887"/>
                    <a:pt x="860" y="884"/>
                    <a:pt x="814" y="881"/>
                  </a:cubicBezTo>
                  <a:cubicBezTo>
                    <a:pt x="640" y="867"/>
                    <a:pt x="255" y="865"/>
                    <a:pt x="91" y="768"/>
                  </a:cubicBezTo>
                  <a:cubicBezTo>
                    <a:pt x="43" y="739"/>
                    <a:pt x="14" y="702"/>
                    <a:pt x="15" y="654"/>
                  </a:cubicBezTo>
                  <a:cubicBezTo>
                    <a:pt x="21" y="478"/>
                    <a:pt x="0" y="300"/>
                    <a:pt x="0" y="123"/>
                  </a:cubicBezTo>
                  <a:cubicBezTo>
                    <a:pt x="0" y="-96"/>
                    <a:pt x="241" y="37"/>
                    <a:pt x="364" y="73"/>
                  </a:cubicBezTo>
                  <a:cubicBezTo>
                    <a:pt x="606" y="143"/>
                    <a:pt x="903" y="149"/>
                    <a:pt x="1154" y="169"/>
                  </a:cubicBezTo>
                  <a:cubicBezTo>
                    <a:pt x="1536" y="198"/>
                    <a:pt x="3021" y="176"/>
                    <a:pt x="3370" y="130"/>
                  </a:cubicBezTo>
                  <a:cubicBezTo>
                    <a:pt x="3584" y="102"/>
                    <a:pt x="3832" y="35"/>
                    <a:pt x="4039" y="32"/>
                  </a:cubicBezTo>
                  <a:cubicBezTo>
                    <a:pt x="4248" y="29"/>
                    <a:pt x="4199" y="168"/>
                    <a:pt x="4208" y="352"/>
                  </a:cubicBezTo>
                  <a:cubicBezTo>
                    <a:pt x="4212" y="424"/>
                    <a:pt x="4231" y="582"/>
                    <a:pt x="4190" y="6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6132278" y="3343874"/>
              <a:ext cx="1324502" cy="597292"/>
            </a:xfrm>
            <a:custGeom>
              <a:avLst/>
              <a:gdLst/>
              <a:ahLst/>
              <a:cxnLst/>
              <a:rect l="l" t="t" r="r" b="b"/>
              <a:pathLst>
                <a:path w="4078" h="1839" extrusionOk="0">
                  <a:moveTo>
                    <a:pt x="4032" y="1674"/>
                  </a:moveTo>
                  <a:cubicBezTo>
                    <a:pt x="4085" y="1518"/>
                    <a:pt x="4081" y="1273"/>
                    <a:pt x="4076" y="1104"/>
                  </a:cubicBezTo>
                  <a:cubicBezTo>
                    <a:pt x="4068" y="840"/>
                    <a:pt x="4070" y="578"/>
                    <a:pt x="4062" y="314"/>
                  </a:cubicBezTo>
                  <a:cubicBezTo>
                    <a:pt x="4057" y="166"/>
                    <a:pt x="4096" y="78"/>
                    <a:pt x="3950" y="69"/>
                  </a:cubicBezTo>
                  <a:cubicBezTo>
                    <a:pt x="3843" y="62"/>
                    <a:pt x="3732" y="93"/>
                    <a:pt x="3630" y="109"/>
                  </a:cubicBezTo>
                  <a:cubicBezTo>
                    <a:pt x="3362" y="150"/>
                    <a:pt x="2416" y="198"/>
                    <a:pt x="2116" y="198"/>
                  </a:cubicBezTo>
                  <a:cubicBezTo>
                    <a:pt x="1705" y="198"/>
                    <a:pt x="1103" y="153"/>
                    <a:pt x="700" y="125"/>
                  </a:cubicBezTo>
                  <a:cubicBezTo>
                    <a:pt x="574" y="116"/>
                    <a:pt x="7" y="-110"/>
                    <a:pt x="3" y="67"/>
                  </a:cubicBezTo>
                  <a:cubicBezTo>
                    <a:pt x="-2" y="257"/>
                    <a:pt x="-1" y="1290"/>
                    <a:pt x="11" y="1650"/>
                  </a:cubicBezTo>
                  <a:cubicBezTo>
                    <a:pt x="33" y="1672"/>
                    <a:pt x="320" y="1747"/>
                    <a:pt x="437" y="1761"/>
                  </a:cubicBezTo>
                  <a:cubicBezTo>
                    <a:pt x="683" y="1789"/>
                    <a:pt x="1045" y="1830"/>
                    <a:pt x="1296" y="1834"/>
                  </a:cubicBezTo>
                  <a:cubicBezTo>
                    <a:pt x="2040" y="1847"/>
                    <a:pt x="2709" y="1834"/>
                    <a:pt x="3452" y="1771"/>
                  </a:cubicBezTo>
                  <a:cubicBezTo>
                    <a:pt x="3535" y="1764"/>
                    <a:pt x="4001" y="1764"/>
                    <a:pt x="4032" y="16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143321" y="3362387"/>
              <a:ext cx="1281304" cy="576181"/>
            </a:xfrm>
            <a:custGeom>
              <a:avLst/>
              <a:gdLst/>
              <a:ahLst/>
              <a:cxnLst/>
              <a:rect l="l" t="t" r="r" b="b"/>
              <a:pathLst>
                <a:path w="3945" h="1774" extrusionOk="0">
                  <a:moveTo>
                    <a:pt x="3918" y="163"/>
                  </a:moveTo>
                  <a:cubicBezTo>
                    <a:pt x="3875" y="79"/>
                    <a:pt x="3857" y="119"/>
                    <a:pt x="3768" y="129"/>
                  </a:cubicBezTo>
                  <a:cubicBezTo>
                    <a:pt x="3589" y="147"/>
                    <a:pt x="3431" y="92"/>
                    <a:pt x="3431" y="314"/>
                  </a:cubicBezTo>
                  <a:cubicBezTo>
                    <a:pt x="3430" y="777"/>
                    <a:pt x="3439" y="1246"/>
                    <a:pt x="3441" y="1712"/>
                  </a:cubicBezTo>
                  <a:cubicBezTo>
                    <a:pt x="3554" y="1707"/>
                    <a:pt x="3801" y="1700"/>
                    <a:pt x="3916" y="1659"/>
                  </a:cubicBezTo>
                  <a:cubicBezTo>
                    <a:pt x="3917" y="1628"/>
                    <a:pt x="3918" y="1594"/>
                    <a:pt x="3919" y="1558"/>
                  </a:cubicBezTo>
                  <a:cubicBezTo>
                    <a:pt x="3935" y="1234"/>
                    <a:pt x="3931" y="908"/>
                    <a:pt x="3931" y="583"/>
                  </a:cubicBezTo>
                  <a:cubicBezTo>
                    <a:pt x="3931" y="471"/>
                    <a:pt x="3971" y="263"/>
                    <a:pt x="3918" y="163"/>
                  </a:cubicBezTo>
                  <a:moveTo>
                    <a:pt x="1176" y="302"/>
                  </a:moveTo>
                  <a:cubicBezTo>
                    <a:pt x="1152" y="181"/>
                    <a:pt x="1091" y="171"/>
                    <a:pt x="978" y="163"/>
                  </a:cubicBezTo>
                  <a:cubicBezTo>
                    <a:pt x="752" y="147"/>
                    <a:pt x="522" y="129"/>
                    <a:pt x="304" y="58"/>
                  </a:cubicBezTo>
                  <a:cubicBezTo>
                    <a:pt x="224" y="32"/>
                    <a:pt x="86" y="-45"/>
                    <a:pt x="25" y="35"/>
                  </a:cubicBezTo>
                  <a:cubicBezTo>
                    <a:pt x="-23" y="97"/>
                    <a:pt x="12" y="306"/>
                    <a:pt x="13" y="383"/>
                  </a:cubicBezTo>
                  <a:cubicBezTo>
                    <a:pt x="14" y="792"/>
                    <a:pt x="23" y="1207"/>
                    <a:pt x="24" y="1621"/>
                  </a:cubicBezTo>
                  <a:cubicBezTo>
                    <a:pt x="122" y="1651"/>
                    <a:pt x="297" y="1694"/>
                    <a:pt x="382" y="1704"/>
                  </a:cubicBezTo>
                  <a:cubicBezTo>
                    <a:pt x="593" y="1728"/>
                    <a:pt x="891" y="1762"/>
                    <a:pt x="1129" y="1774"/>
                  </a:cubicBezTo>
                  <a:cubicBezTo>
                    <a:pt x="1135" y="1746"/>
                    <a:pt x="1138" y="1715"/>
                    <a:pt x="1141" y="1680"/>
                  </a:cubicBezTo>
                  <a:cubicBezTo>
                    <a:pt x="1151" y="1525"/>
                    <a:pt x="1158" y="1369"/>
                    <a:pt x="1164" y="1215"/>
                  </a:cubicBezTo>
                  <a:cubicBezTo>
                    <a:pt x="1171" y="1045"/>
                    <a:pt x="1164" y="874"/>
                    <a:pt x="1164" y="704"/>
                  </a:cubicBezTo>
                  <a:cubicBezTo>
                    <a:pt x="1164" y="578"/>
                    <a:pt x="1201" y="424"/>
                    <a:pt x="1176" y="3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6117013" y="1854702"/>
              <a:ext cx="294911" cy="244568"/>
            </a:xfrm>
            <a:custGeom>
              <a:avLst/>
              <a:gdLst/>
              <a:ahLst/>
              <a:cxnLst/>
              <a:rect l="l" t="t" r="r" b="b"/>
              <a:pathLst>
                <a:path w="908" h="753" extrusionOk="0">
                  <a:moveTo>
                    <a:pt x="896" y="753"/>
                  </a:moveTo>
                  <a:cubicBezTo>
                    <a:pt x="850" y="750"/>
                    <a:pt x="805" y="747"/>
                    <a:pt x="759" y="744"/>
                  </a:cubicBezTo>
                  <a:cubicBezTo>
                    <a:pt x="585" y="730"/>
                    <a:pt x="200" y="728"/>
                    <a:pt x="36" y="631"/>
                  </a:cubicBezTo>
                  <a:cubicBezTo>
                    <a:pt x="19" y="426"/>
                    <a:pt x="-33" y="200"/>
                    <a:pt x="31" y="16"/>
                  </a:cubicBezTo>
                  <a:cubicBezTo>
                    <a:pt x="148" y="-28"/>
                    <a:pt x="279" y="31"/>
                    <a:pt x="396" y="63"/>
                  </a:cubicBezTo>
                  <a:cubicBezTo>
                    <a:pt x="509" y="94"/>
                    <a:pt x="617" y="101"/>
                    <a:pt x="727" y="116"/>
                  </a:cubicBezTo>
                  <a:cubicBezTo>
                    <a:pt x="832" y="131"/>
                    <a:pt x="863" y="144"/>
                    <a:pt x="886" y="258"/>
                  </a:cubicBezTo>
                  <a:cubicBezTo>
                    <a:pt x="919" y="417"/>
                    <a:pt x="909" y="587"/>
                    <a:pt x="896" y="7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144005" y="2198982"/>
              <a:ext cx="137387" cy="1078634"/>
            </a:xfrm>
            <a:custGeom>
              <a:avLst/>
              <a:gdLst/>
              <a:ahLst/>
              <a:cxnLst/>
              <a:rect l="l" t="t" r="r" b="b"/>
              <a:pathLst>
                <a:path w="423" h="3321" extrusionOk="0">
                  <a:moveTo>
                    <a:pt x="10" y="3299"/>
                  </a:moveTo>
                  <a:cubicBezTo>
                    <a:pt x="-5" y="2682"/>
                    <a:pt x="21" y="2057"/>
                    <a:pt x="12" y="1438"/>
                  </a:cubicBezTo>
                  <a:cubicBezTo>
                    <a:pt x="7" y="1037"/>
                    <a:pt x="-33" y="548"/>
                    <a:pt x="76" y="156"/>
                  </a:cubicBezTo>
                  <a:cubicBezTo>
                    <a:pt x="100" y="67"/>
                    <a:pt x="161" y="-47"/>
                    <a:pt x="274" y="22"/>
                  </a:cubicBezTo>
                  <a:cubicBezTo>
                    <a:pt x="457" y="133"/>
                    <a:pt x="396" y="668"/>
                    <a:pt x="396" y="833"/>
                  </a:cubicBezTo>
                  <a:cubicBezTo>
                    <a:pt x="395" y="1561"/>
                    <a:pt x="451" y="2285"/>
                    <a:pt x="406" y="3011"/>
                  </a:cubicBezTo>
                  <a:cubicBezTo>
                    <a:pt x="392" y="3242"/>
                    <a:pt x="251" y="3375"/>
                    <a:pt x="10" y="3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172262" y="1582527"/>
              <a:ext cx="59437" cy="199747"/>
            </a:xfrm>
            <a:custGeom>
              <a:avLst/>
              <a:gdLst/>
              <a:ahLst/>
              <a:cxnLst/>
              <a:rect l="l" t="t" r="r" b="b"/>
              <a:pathLst>
                <a:path w="183" h="615" extrusionOk="0">
                  <a:moveTo>
                    <a:pt x="0" y="379"/>
                  </a:moveTo>
                  <a:cubicBezTo>
                    <a:pt x="-1" y="299"/>
                    <a:pt x="8" y="219"/>
                    <a:pt x="7" y="138"/>
                  </a:cubicBezTo>
                  <a:cubicBezTo>
                    <a:pt x="6" y="90"/>
                    <a:pt x="10" y="38"/>
                    <a:pt x="58" y="12"/>
                  </a:cubicBezTo>
                  <a:cubicBezTo>
                    <a:pt x="233" y="-80"/>
                    <a:pt x="176" y="385"/>
                    <a:pt x="169" y="452"/>
                  </a:cubicBezTo>
                  <a:cubicBezTo>
                    <a:pt x="163" y="518"/>
                    <a:pt x="114" y="706"/>
                    <a:pt x="42" y="563"/>
                  </a:cubicBezTo>
                  <a:cubicBezTo>
                    <a:pt x="19" y="516"/>
                    <a:pt x="-1" y="438"/>
                    <a:pt x="0" y="3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15"/>
            <p:cNvGrpSpPr/>
            <p:nvPr/>
          </p:nvGrpSpPr>
          <p:grpSpPr>
            <a:xfrm>
              <a:off x="7309224" y="3885091"/>
              <a:ext cx="291075" cy="196288"/>
              <a:chOff x="11847274" y="3885091"/>
              <a:chExt cx="291075" cy="196288"/>
            </a:xfrm>
          </p:grpSpPr>
          <p:sp>
            <p:nvSpPr>
              <p:cNvPr id="87" name="Google Shape;87;p15"/>
              <p:cNvSpPr/>
              <p:nvPr/>
            </p:nvSpPr>
            <p:spPr>
              <a:xfrm rot="-496828">
                <a:off x="11857304" y="3903778"/>
                <a:ext cx="271014" cy="158914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99" extrusionOk="0">
                    <a:moveTo>
                      <a:pt x="769" y="265"/>
                    </a:moveTo>
                    <a:cubicBezTo>
                      <a:pt x="645" y="418"/>
                      <a:pt x="411" y="504"/>
                      <a:pt x="216" y="498"/>
                    </a:cubicBezTo>
                    <a:cubicBezTo>
                      <a:pt x="162" y="497"/>
                      <a:pt x="5" y="462"/>
                      <a:pt x="0" y="400"/>
                    </a:cubicBezTo>
                    <a:cubicBezTo>
                      <a:pt x="-1" y="389"/>
                      <a:pt x="3" y="378"/>
                      <a:pt x="12" y="366"/>
                    </a:cubicBezTo>
                    <a:cubicBezTo>
                      <a:pt x="-18" y="190"/>
                      <a:pt x="497" y="46"/>
                      <a:pt x="627" y="14"/>
                    </a:cubicBezTo>
                    <a:cubicBezTo>
                      <a:pt x="694" y="-3"/>
                      <a:pt x="794" y="-19"/>
                      <a:pt x="838" y="53"/>
                    </a:cubicBezTo>
                    <a:cubicBezTo>
                      <a:pt x="841" y="59"/>
                      <a:pt x="844" y="64"/>
                      <a:pt x="845" y="70"/>
                    </a:cubicBezTo>
                    <a:cubicBezTo>
                      <a:pt x="871" y="137"/>
                      <a:pt x="811" y="213"/>
                      <a:pt x="769" y="2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 rot="-496819">
                <a:off x="11858909" y="3925954"/>
                <a:ext cx="271013" cy="13662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29" extrusionOk="0">
                    <a:moveTo>
                      <a:pt x="769" y="195"/>
                    </a:moveTo>
                    <a:cubicBezTo>
                      <a:pt x="645" y="348"/>
                      <a:pt x="411" y="434"/>
                      <a:pt x="216" y="428"/>
                    </a:cubicBezTo>
                    <a:cubicBezTo>
                      <a:pt x="162" y="427"/>
                      <a:pt x="5" y="392"/>
                      <a:pt x="0" y="330"/>
                    </a:cubicBezTo>
                    <a:cubicBezTo>
                      <a:pt x="81" y="353"/>
                      <a:pt x="192" y="332"/>
                      <a:pt x="280" y="308"/>
                    </a:cubicBezTo>
                    <a:cubicBezTo>
                      <a:pt x="415" y="272"/>
                      <a:pt x="563" y="205"/>
                      <a:pt x="677" y="123"/>
                    </a:cubicBezTo>
                    <a:cubicBezTo>
                      <a:pt x="733" y="84"/>
                      <a:pt x="794" y="45"/>
                      <a:pt x="845" y="0"/>
                    </a:cubicBezTo>
                    <a:cubicBezTo>
                      <a:pt x="871" y="67"/>
                      <a:pt x="811" y="143"/>
                      <a:pt x="769" y="1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 rot="-496819">
                <a:off x="11885964" y="3921791"/>
                <a:ext cx="190760" cy="84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66" extrusionOk="0">
                    <a:moveTo>
                      <a:pt x="590" y="0"/>
                    </a:moveTo>
                    <a:cubicBezTo>
                      <a:pt x="538" y="23"/>
                      <a:pt x="490" y="48"/>
                      <a:pt x="436" y="66"/>
                    </a:cubicBezTo>
                    <a:cubicBezTo>
                      <a:pt x="385" y="83"/>
                      <a:pt x="333" y="93"/>
                      <a:pt x="281" y="104"/>
                    </a:cubicBezTo>
                    <a:cubicBezTo>
                      <a:pt x="233" y="115"/>
                      <a:pt x="189" y="131"/>
                      <a:pt x="150" y="164"/>
                    </a:cubicBezTo>
                    <a:cubicBezTo>
                      <a:pt x="109" y="199"/>
                      <a:pt x="68" y="260"/>
                      <a:pt x="6" y="249"/>
                    </a:cubicBezTo>
                    <a:cubicBezTo>
                      <a:pt x="2" y="248"/>
                      <a:pt x="-2" y="254"/>
                      <a:pt x="3" y="257"/>
                    </a:cubicBezTo>
                    <a:cubicBezTo>
                      <a:pt x="47" y="277"/>
                      <a:pt x="93" y="261"/>
                      <a:pt x="130" y="233"/>
                    </a:cubicBezTo>
                    <a:cubicBezTo>
                      <a:pt x="153" y="216"/>
                      <a:pt x="174" y="194"/>
                      <a:pt x="199" y="178"/>
                    </a:cubicBezTo>
                    <a:cubicBezTo>
                      <a:pt x="224" y="162"/>
                      <a:pt x="254" y="154"/>
                      <a:pt x="283" y="147"/>
                    </a:cubicBezTo>
                    <a:cubicBezTo>
                      <a:pt x="340" y="135"/>
                      <a:pt x="395" y="127"/>
                      <a:pt x="449" y="105"/>
                    </a:cubicBezTo>
                    <a:cubicBezTo>
                      <a:pt x="502" y="83"/>
                      <a:pt x="558" y="51"/>
                      <a:pt x="597" y="9"/>
                    </a:cubicBezTo>
                    <a:cubicBezTo>
                      <a:pt x="602" y="4"/>
                      <a:pt x="596" y="-3"/>
                      <a:pt x="5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 rot="-496819">
                <a:off x="11900971" y="3969783"/>
                <a:ext cx="95221" cy="42674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34" extrusionOk="0">
                    <a:moveTo>
                      <a:pt x="299" y="3"/>
                    </a:moveTo>
                    <a:cubicBezTo>
                      <a:pt x="288" y="-3"/>
                      <a:pt x="277" y="0"/>
                      <a:pt x="265" y="3"/>
                    </a:cubicBezTo>
                    <a:cubicBezTo>
                      <a:pt x="249" y="6"/>
                      <a:pt x="234" y="9"/>
                      <a:pt x="218" y="12"/>
                    </a:cubicBezTo>
                    <a:cubicBezTo>
                      <a:pt x="192" y="17"/>
                      <a:pt x="164" y="23"/>
                      <a:pt x="143" y="39"/>
                    </a:cubicBezTo>
                    <a:cubicBezTo>
                      <a:pt x="121" y="55"/>
                      <a:pt x="108" y="80"/>
                      <a:pt x="86" y="96"/>
                    </a:cubicBezTo>
                    <a:cubicBezTo>
                      <a:pt x="62" y="115"/>
                      <a:pt x="31" y="126"/>
                      <a:pt x="1" y="129"/>
                    </a:cubicBezTo>
                    <a:cubicBezTo>
                      <a:pt x="0" y="129"/>
                      <a:pt x="-1" y="132"/>
                      <a:pt x="1" y="132"/>
                    </a:cubicBezTo>
                    <a:cubicBezTo>
                      <a:pt x="26" y="136"/>
                      <a:pt x="49" y="132"/>
                      <a:pt x="72" y="121"/>
                    </a:cubicBezTo>
                    <a:cubicBezTo>
                      <a:pt x="98" y="109"/>
                      <a:pt x="115" y="89"/>
                      <a:pt x="134" y="68"/>
                    </a:cubicBezTo>
                    <a:cubicBezTo>
                      <a:pt x="155" y="44"/>
                      <a:pt x="182" y="35"/>
                      <a:pt x="212" y="28"/>
                    </a:cubicBezTo>
                    <a:cubicBezTo>
                      <a:pt x="228" y="25"/>
                      <a:pt x="243" y="22"/>
                      <a:pt x="258" y="19"/>
                    </a:cubicBezTo>
                    <a:cubicBezTo>
                      <a:pt x="272" y="17"/>
                      <a:pt x="289" y="16"/>
                      <a:pt x="299" y="5"/>
                    </a:cubicBezTo>
                    <a:cubicBezTo>
                      <a:pt x="300" y="4"/>
                      <a:pt x="300" y="3"/>
                      <a:pt x="299" y="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3225" rIns="90000" bIns="32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 rot="-496819">
                <a:off x="12010613" y="3925764"/>
                <a:ext cx="55094" cy="26114"/>
              </a:xfrm>
              <a:custGeom>
                <a:avLst/>
                <a:gdLst/>
                <a:ahLst/>
                <a:cxnLst/>
                <a:rect l="l" t="t" r="r" b="b"/>
                <a:pathLst>
                  <a:path w="173" h="82" extrusionOk="0">
                    <a:moveTo>
                      <a:pt x="171" y="0"/>
                    </a:moveTo>
                    <a:cubicBezTo>
                      <a:pt x="156" y="-1"/>
                      <a:pt x="143" y="12"/>
                      <a:pt x="131" y="19"/>
                    </a:cubicBezTo>
                    <a:cubicBezTo>
                      <a:pt x="117" y="26"/>
                      <a:pt x="104" y="34"/>
                      <a:pt x="90" y="41"/>
                    </a:cubicBezTo>
                    <a:cubicBezTo>
                      <a:pt x="61" y="55"/>
                      <a:pt x="32" y="68"/>
                      <a:pt x="2" y="78"/>
                    </a:cubicBezTo>
                    <a:cubicBezTo>
                      <a:pt x="0" y="79"/>
                      <a:pt x="0" y="82"/>
                      <a:pt x="3" y="82"/>
                    </a:cubicBezTo>
                    <a:cubicBezTo>
                      <a:pt x="35" y="80"/>
                      <a:pt x="65" y="70"/>
                      <a:pt x="93" y="56"/>
                    </a:cubicBezTo>
                    <a:cubicBezTo>
                      <a:pt x="108" y="49"/>
                      <a:pt x="122" y="41"/>
                      <a:pt x="136" y="33"/>
                    </a:cubicBezTo>
                    <a:cubicBezTo>
                      <a:pt x="143" y="29"/>
                      <a:pt x="150" y="24"/>
                      <a:pt x="158" y="20"/>
                    </a:cubicBezTo>
                    <a:cubicBezTo>
                      <a:pt x="165" y="16"/>
                      <a:pt x="170" y="12"/>
                      <a:pt x="173" y="5"/>
                    </a:cubicBezTo>
                    <a:cubicBezTo>
                      <a:pt x="174" y="3"/>
                      <a:pt x="173" y="0"/>
                      <a:pt x="1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5202490" y="3056375"/>
              <a:ext cx="1632600" cy="1010880"/>
              <a:chOff x="5595740" y="3056375"/>
              <a:chExt cx="1632600" cy="101088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6301340" y="3950975"/>
                <a:ext cx="561240" cy="116280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323" extrusionOk="0">
                    <a:moveTo>
                      <a:pt x="779" y="130"/>
                    </a:moveTo>
                    <a:lnTo>
                      <a:pt x="0" y="0"/>
                    </a:lnTo>
                    <a:lnTo>
                      <a:pt x="0" y="211"/>
                    </a:lnTo>
                    <a:cubicBezTo>
                      <a:pt x="0" y="211"/>
                      <a:pt x="0" y="320"/>
                      <a:pt x="765" y="323"/>
                    </a:cubicBezTo>
                    <a:lnTo>
                      <a:pt x="765" y="323"/>
                    </a:lnTo>
                    <a:cubicBezTo>
                      <a:pt x="770" y="323"/>
                      <a:pt x="775" y="323"/>
                      <a:pt x="779" y="323"/>
                    </a:cubicBezTo>
                    <a:cubicBezTo>
                      <a:pt x="784" y="323"/>
                      <a:pt x="788" y="323"/>
                      <a:pt x="792" y="323"/>
                    </a:cubicBezTo>
                    <a:lnTo>
                      <a:pt x="792" y="323"/>
                    </a:lnTo>
                    <a:cubicBezTo>
                      <a:pt x="1559" y="320"/>
                      <a:pt x="1559" y="211"/>
                      <a:pt x="1559" y="211"/>
                    </a:cubicBezTo>
                    <a:lnTo>
                      <a:pt x="1559" y="0"/>
                    </a:lnTo>
                    <a:lnTo>
                      <a:pt x="779" y="13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5595740" y="3174455"/>
                <a:ext cx="531000" cy="661320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1837" extrusionOk="0">
                    <a:moveTo>
                      <a:pt x="1447" y="1837"/>
                    </a:moveTo>
                    <a:cubicBezTo>
                      <a:pt x="1269" y="1755"/>
                      <a:pt x="1089" y="1715"/>
                      <a:pt x="915" y="1612"/>
                    </a:cubicBezTo>
                    <a:cubicBezTo>
                      <a:pt x="775" y="1529"/>
                      <a:pt x="643" y="1436"/>
                      <a:pt x="522" y="1330"/>
                    </a:cubicBezTo>
                    <a:lnTo>
                      <a:pt x="521" y="1329"/>
                    </a:lnTo>
                    <a:cubicBezTo>
                      <a:pt x="448" y="1265"/>
                      <a:pt x="379" y="1197"/>
                      <a:pt x="314" y="1124"/>
                    </a:cubicBezTo>
                    <a:cubicBezTo>
                      <a:pt x="131" y="919"/>
                      <a:pt x="-55" y="636"/>
                      <a:pt x="15" y="351"/>
                    </a:cubicBezTo>
                    <a:cubicBezTo>
                      <a:pt x="64" y="148"/>
                      <a:pt x="312" y="-19"/>
                      <a:pt x="523" y="1"/>
                    </a:cubicBezTo>
                    <a:cubicBezTo>
                      <a:pt x="652" y="13"/>
                      <a:pt x="783" y="91"/>
                      <a:pt x="890" y="193"/>
                    </a:cubicBezTo>
                    <a:cubicBezTo>
                      <a:pt x="980" y="277"/>
                      <a:pt x="1054" y="377"/>
                      <a:pt x="1097" y="468"/>
                    </a:cubicBezTo>
                    <a:cubicBezTo>
                      <a:pt x="1142" y="566"/>
                      <a:pt x="1187" y="783"/>
                      <a:pt x="1006" y="744"/>
                    </a:cubicBezTo>
                    <a:cubicBezTo>
                      <a:pt x="888" y="719"/>
                      <a:pt x="831" y="542"/>
                      <a:pt x="768" y="452"/>
                    </a:cubicBezTo>
                    <a:cubicBezTo>
                      <a:pt x="707" y="364"/>
                      <a:pt x="558" y="240"/>
                      <a:pt x="437" y="224"/>
                    </a:cubicBezTo>
                    <a:cubicBezTo>
                      <a:pt x="416" y="221"/>
                      <a:pt x="397" y="222"/>
                      <a:pt x="379" y="226"/>
                    </a:cubicBezTo>
                    <a:cubicBezTo>
                      <a:pt x="323" y="238"/>
                      <a:pt x="279" y="285"/>
                      <a:pt x="262" y="386"/>
                    </a:cubicBezTo>
                    <a:cubicBezTo>
                      <a:pt x="245" y="485"/>
                      <a:pt x="269" y="586"/>
                      <a:pt x="315" y="681"/>
                    </a:cubicBezTo>
                    <a:cubicBezTo>
                      <a:pt x="389" y="836"/>
                      <a:pt x="521" y="977"/>
                      <a:pt x="629" y="1073"/>
                    </a:cubicBezTo>
                    <a:cubicBezTo>
                      <a:pt x="738" y="1170"/>
                      <a:pt x="855" y="1259"/>
                      <a:pt x="979" y="1335"/>
                    </a:cubicBezTo>
                    <a:cubicBezTo>
                      <a:pt x="992" y="1343"/>
                      <a:pt x="1005" y="1350"/>
                      <a:pt x="1018" y="1357"/>
                    </a:cubicBezTo>
                    <a:cubicBezTo>
                      <a:pt x="1117" y="1411"/>
                      <a:pt x="1211" y="1439"/>
                      <a:pt x="1315" y="1484"/>
                    </a:cubicBezTo>
                    <a:cubicBezTo>
                      <a:pt x="1421" y="1530"/>
                      <a:pt x="1527" y="1714"/>
                      <a:pt x="1447" y="183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5902820" y="3056375"/>
                <a:ext cx="1325520" cy="970560"/>
              </a:xfrm>
              <a:custGeom>
                <a:avLst/>
                <a:gdLst/>
                <a:ahLst/>
                <a:cxnLst/>
                <a:rect l="l" t="t" r="r" b="b"/>
                <a:pathLst>
                  <a:path w="3682" h="2696" extrusionOk="0">
                    <a:moveTo>
                      <a:pt x="3681" y="220"/>
                    </a:moveTo>
                    <a:cubicBezTo>
                      <a:pt x="3472" y="916"/>
                      <a:pt x="3574" y="1827"/>
                      <a:pt x="2981" y="2377"/>
                    </a:cubicBezTo>
                    <a:cubicBezTo>
                      <a:pt x="2884" y="2467"/>
                      <a:pt x="2793" y="2532"/>
                      <a:pt x="2677" y="2595"/>
                    </a:cubicBezTo>
                    <a:cubicBezTo>
                      <a:pt x="2565" y="2657"/>
                      <a:pt x="2370" y="2680"/>
                      <a:pt x="2244" y="2686"/>
                    </a:cubicBezTo>
                    <a:cubicBezTo>
                      <a:pt x="2147" y="2690"/>
                      <a:pt x="2021" y="2699"/>
                      <a:pt x="1925" y="2694"/>
                    </a:cubicBezTo>
                    <a:cubicBezTo>
                      <a:pt x="1861" y="2690"/>
                      <a:pt x="1811" y="2694"/>
                      <a:pt x="1746" y="2694"/>
                    </a:cubicBezTo>
                    <a:cubicBezTo>
                      <a:pt x="1519" y="2693"/>
                      <a:pt x="1205" y="2705"/>
                      <a:pt x="1004" y="2595"/>
                    </a:cubicBezTo>
                    <a:cubicBezTo>
                      <a:pt x="888" y="2532"/>
                      <a:pt x="797" y="2467"/>
                      <a:pt x="700" y="2377"/>
                    </a:cubicBezTo>
                    <a:cubicBezTo>
                      <a:pt x="107" y="1827"/>
                      <a:pt x="208" y="916"/>
                      <a:pt x="0" y="220"/>
                    </a:cubicBezTo>
                    <a:cubicBezTo>
                      <a:pt x="3" y="212"/>
                      <a:pt x="7" y="205"/>
                      <a:pt x="12" y="199"/>
                    </a:cubicBezTo>
                    <a:cubicBezTo>
                      <a:pt x="35" y="168"/>
                      <a:pt x="72" y="152"/>
                      <a:pt x="107" y="139"/>
                    </a:cubicBezTo>
                    <a:cubicBezTo>
                      <a:pt x="143" y="125"/>
                      <a:pt x="201" y="119"/>
                      <a:pt x="240" y="110"/>
                    </a:cubicBezTo>
                    <a:cubicBezTo>
                      <a:pt x="348" y="85"/>
                      <a:pt x="901" y="23"/>
                      <a:pt x="1062" y="23"/>
                    </a:cubicBezTo>
                    <a:cubicBezTo>
                      <a:pt x="1262" y="23"/>
                      <a:pt x="1461" y="0"/>
                      <a:pt x="1661" y="0"/>
                    </a:cubicBezTo>
                    <a:cubicBezTo>
                      <a:pt x="2161" y="0"/>
                      <a:pt x="2690" y="-9"/>
                      <a:pt x="3183" y="54"/>
                    </a:cubicBezTo>
                    <a:cubicBezTo>
                      <a:pt x="3321" y="72"/>
                      <a:pt x="3475" y="83"/>
                      <a:pt x="3601" y="131"/>
                    </a:cubicBezTo>
                    <a:cubicBezTo>
                      <a:pt x="3629" y="142"/>
                      <a:pt x="3667" y="171"/>
                      <a:pt x="3678" y="198"/>
                    </a:cubicBezTo>
                    <a:cubicBezTo>
                      <a:pt x="3682" y="205"/>
                      <a:pt x="3683" y="213"/>
                      <a:pt x="3681" y="2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5940075" y="3085125"/>
                <a:ext cx="1212849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310" extrusionOk="0">
                    <a:moveTo>
                      <a:pt x="3637" y="166"/>
                    </a:moveTo>
                    <a:cubicBezTo>
                      <a:pt x="3590" y="214"/>
                      <a:pt x="3479" y="235"/>
                      <a:pt x="3426" y="242"/>
                    </a:cubicBezTo>
                    <a:lnTo>
                      <a:pt x="3425" y="242"/>
                    </a:lnTo>
                    <a:cubicBezTo>
                      <a:pt x="3134" y="276"/>
                      <a:pt x="2839" y="291"/>
                      <a:pt x="2544" y="301"/>
                    </a:cubicBezTo>
                    <a:cubicBezTo>
                      <a:pt x="2182" y="314"/>
                      <a:pt x="1817" y="291"/>
                      <a:pt x="1456" y="306"/>
                    </a:cubicBezTo>
                    <a:cubicBezTo>
                      <a:pt x="1124" y="319"/>
                      <a:pt x="789" y="293"/>
                      <a:pt x="459" y="269"/>
                    </a:cubicBezTo>
                    <a:cubicBezTo>
                      <a:pt x="399" y="265"/>
                      <a:pt x="337" y="258"/>
                      <a:pt x="277" y="248"/>
                    </a:cubicBezTo>
                    <a:cubicBezTo>
                      <a:pt x="203" y="236"/>
                      <a:pt x="131" y="220"/>
                      <a:pt x="66" y="200"/>
                    </a:cubicBezTo>
                    <a:cubicBezTo>
                      <a:pt x="53" y="196"/>
                      <a:pt x="26" y="184"/>
                      <a:pt x="0" y="168"/>
                    </a:cubicBezTo>
                    <a:cubicBezTo>
                      <a:pt x="23" y="142"/>
                      <a:pt x="60" y="128"/>
                      <a:pt x="95" y="117"/>
                    </a:cubicBezTo>
                    <a:cubicBezTo>
                      <a:pt x="130" y="105"/>
                      <a:pt x="188" y="100"/>
                      <a:pt x="226" y="92"/>
                    </a:cubicBezTo>
                    <a:cubicBezTo>
                      <a:pt x="333" y="71"/>
                      <a:pt x="881" y="19"/>
                      <a:pt x="1041" y="19"/>
                    </a:cubicBezTo>
                    <a:cubicBezTo>
                      <a:pt x="1240" y="19"/>
                      <a:pt x="1438" y="0"/>
                      <a:pt x="1636" y="0"/>
                    </a:cubicBezTo>
                    <a:cubicBezTo>
                      <a:pt x="2132" y="0"/>
                      <a:pt x="2656" y="-8"/>
                      <a:pt x="3146" y="45"/>
                    </a:cubicBezTo>
                    <a:cubicBezTo>
                      <a:pt x="3282" y="60"/>
                      <a:pt x="3435" y="69"/>
                      <a:pt x="3560" y="110"/>
                    </a:cubicBezTo>
                    <a:cubicBezTo>
                      <a:pt x="3588" y="119"/>
                      <a:pt x="3626" y="144"/>
                      <a:pt x="3637" y="16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6006850" y="3120600"/>
                <a:ext cx="1106923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177" extrusionOk="0">
                    <a:moveTo>
                      <a:pt x="3148" y="109"/>
                    </a:moveTo>
                    <a:cubicBezTo>
                      <a:pt x="3009" y="125"/>
                      <a:pt x="2868" y="137"/>
                      <a:pt x="2727" y="146"/>
                    </a:cubicBezTo>
                    <a:cubicBezTo>
                      <a:pt x="2574" y="157"/>
                      <a:pt x="2420" y="163"/>
                      <a:pt x="2267" y="168"/>
                    </a:cubicBezTo>
                    <a:cubicBezTo>
                      <a:pt x="1905" y="181"/>
                      <a:pt x="1540" y="158"/>
                      <a:pt x="1179" y="173"/>
                    </a:cubicBezTo>
                    <a:cubicBezTo>
                      <a:pt x="847" y="186"/>
                      <a:pt x="512" y="160"/>
                      <a:pt x="182" y="136"/>
                    </a:cubicBezTo>
                    <a:cubicBezTo>
                      <a:pt x="181" y="136"/>
                      <a:pt x="179" y="136"/>
                      <a:pt x="178" y="136"/>
                    </a:cubicBezTo>
                    <a:cubicBezTo>
                      <a:pt x="119" y="132"/>
                      <a:pt x="59" y="125"/>
                      <a:pt x="0" y="115"/>
                    </a:cubicBezTo>
                    <a:cubicBezTo>
                      <a:pt x="32" y="105"/>
                      <a:pt x="79" y="100"/>
                      <a:pt x="112" y="93"/>
                    </a:cubicBezTo>
                    <a:cubicBezTo>
                      <a:pt x="209" y="71"/>
                      <a:pt x="710" y="19"/>
                      <a:pt x="856" y="19"/>
                    </a:cubicBezTo>
                    <a:cubicBezTo>
                      <a:pt x="890" y="19"/>
                      <a:pt x="925" y="19"/>
                      <a:pt x="959" y="18"/>
                    </a:cubicBezTo>
                    <a:cubicBezTo>
                      <a:pt x="1106" y="13"/>
                      <a:pt x="1251" y="0"/>
                      <a:pt x="1398" y="0"/>
                    </a:cubicBezTo>
                    <a:cubicBezTo>
                      <a:pt x="1673" y="0"/>
                      <a:pt x="1956" y="-3"/>
                      <a:pt x="2236" y="7"/>
                    </a:cubicBezTo>
                    <a:cubicBezTo>
                      <a:pt x="2419" y="13"/>
                      <a:pt x="2600" y="25"/>
                      <a:pt x="2777" y="46"/>
                    </a:cubicBezTo>
                    <a:cubicBezTo>
                      <a:pt x="2899" y="60"/>
                      <a:pt x="3036" y="70"/>
                      <a:pt x="3148" y="1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8700" rIns="90000" bIns="18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6252130" y="3959958"/>
              <a:ext cx="299513" cy="166507"/>
              <a:chOff x="10790180" y="3959958"/>
              <a:chExt cx="299513" cy="166507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10790180" y="3959958"/>
                <a:ext cx="299513" cy="16650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37" extrusionOk="0">
                    <a:moveTo>
                      <a:pt x="699" y="334"/>
                    </a:moveTo>
                    <a:cubicBezTo>
                      <a:pt x="569" y="439"/>
                      <a:pt x="385" y="460"/>
                      <a:pt x="228" y="413"/>
                    </a:cubicBezTo>
                    <a:cubicBezTo>
                      <a:pt x="163" y="394"/>
                      <a:pt x="36" y="355"/>
                      <a:pt x="4" y="278"/>
                    </a:cubicBezTo>
                    <a:cubicBezTo>
                      <a:pt x="0" y="254"/>
                      <a:pt x="0" y="232"/>
                      <a:pt x="2" y="211"/>
                    </a:cubicBezTo>
                    <a:cubicBezTo>
                      <a:pt x="19" y="98"/>
                      <a:pt x="139" y="50"/>
                      <a:pt x="255" y="28"/>
                    </a:cubicBezTo>
                    <a:cubicBezTo>
                      <a:pt x="382" y="4"/>
                      <a:pt x="618" y="-32"/>
                      <a:pt x="729" y="55"/>
                    </a:cubicBezTo>
                    <a:cubicBezTo>
                      <a:pt x="756" y="77"/>
                      <a:pt x="773" y="103"/>
                      <a:pt x="781" y="130"/>
                    </a:cubicBezTo>
                    <a:cubicBezTo>
                      <a:pt x="801" y="202"/>
                      <a:pt x="763" y="283"/>
                      <a:pt x="699" y="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10790180" y="4009492"/>
                <a:ext cx="299513" cy="116974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07" extrusionOk="0">
                    <a:moveTo>
                      <a:pt x="699" y="204"/>
                    </a:moveTo>
                    <a:cubicBezTo>
                      <a:pt x="569" y="309"/>
                      <a:pt x="385" y="330"/>
                      <a:pt x="228" y="283"/>
                    </a:cubicBezTo>
                    <a:cubicBezTo>
                      <a:pt x="163" y="264"/>
                      <a:pt x="36" y="225"/>
                      <a:pt x="4" y="148"/>
                    </a:cubicBezTo>
                    <a:cubicBezTo>
                      <a:pt x="0" y="124"/>
                      <a:pt x="0" y="102"/>
                      <a:pt x="2" y="81"/>
                    </a:cubicBezTo>
                    <a:cubicBezTo>
                      <a:pt x="60" y="137"/>
                      <a:pt x="179" y="170"/>
                      <a:pt x="245" y="180"/>
                    </a:cubicBezTo>
                    <a:cubicBezTo>
                      <a:pt x="458" y="213"/>
                      <a:pt x="643" y="142"/>
                      <a:pt x="781" y="0"/>
                    </a:cubicBezTo>
                    <a:cubicBezTo>
                      <a:pt x="801" y="72"/>
                      <a:pt x="763" y="153"/>
                      <a:pt x="699" y="2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10832477" y="3988916"/>
                <a:ext cx="194341" cy="42675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12" extrusionOk="0">
                    <a:moveTo>
                      <a:pt x="510" y="36"/>
                    </a:moveTo>
                    <a:cubicBezTo>
                      <a:pt x="493" y="-4"/>
                      <a:pt x="445" y="-5"/>
                      <a:pt x="408" y="5"/>
                    </a:cubicBezTo>
                    <a:cubicBezTo>
                      <a:pt x="383" y="12"/>
                      <a:pt x="359" y="23"/>
                      <a:pt x="332" y="24"/>
                    </a:cubicBezTo>
                    <a:cubicBezTo>
                      <a:pt x="309" y="26"/>
                      <a:pt x="286" y="21"/>
                      <a:pt x="263" y="18"/>
                    </a:cubicBezTo>
                    <a:cubicBezTo>
                      <a:pt x="217" y="11"/>
                      <a:pt x="176" y="14"/>
                      <a:pt x="136" y="39"/>
                    </a:cubicBezTo>
                    <a:cubicBezTo>
                      <a:pt x="117" y="51"/>
                      <a:pt x="99" y="65"/>
                      <a:pt x="79" y="75"/>
                    </a:cubicBezTo>
                    <a:cubicBezTo>
                      <a:pt x="53" y="88"/>
                      <a:pt x="32" y="91"/>
                      <a:pt x="4" y="90"/>
                    </a:cubicBezTo>
                    <a:cubicBezTo>
                      <a:pt x="1" y="89"/>
                      <a:pt x="-1" y="93"/>
                      <a:pt x="1" y="95"/>
                    </a:cubicBezTo>
                    <a:cubicBezTo>
                      <a:pt x="26" y="123"/>
                      <a:pt x="72" y="112"/>
                      <a:pt x="102" y="97"/>
                    </a:cubicBezTo>
                    <a:cubicBezTo>
                      <a:pt x="146" y="76"/>
                      <a:pt x="180" y="48"/>
                      <a:pt x="232" y="53"/>
                    </a:cubicBezTo>
                    <a:cubicBezTo>
                      <a:pt x="276" y="57"/>
                      <a:pt x="320" y="71"/>
                      <a:pt x="365" y="61"/>
                    </a:cubicBezTo>
                    <a:cubicBezTo>
                      <a:pt x="411" y="51"/>
                      <a:pt x="457" y="24"/>
                      <a:pt x="505" y="42"/>
                    </a:cubicBezTo>
                    <a:cubicBezTo>
                      <a:pt x="509" y="44"/>
                      <a:pt x="512" y="39"/>
                      <a:pt x="510" y="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10841623" y="3998823"/>
                <a:ext cx="172239" cy="3314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87" extrusionOk="0">
                    <a:moveTo>
                      <a:pt x="452" y="15"/>
                    </a:moveTo>
                    <a:cubicBezTo>
                      <a:pt x="425" y="-16"/>
                      <a:pt x="369" y="8"/>
                      <a:pt x="338" y="17"/>
                    </a:cubicBezTo>
                    <a:cubicBezTo>
                      <a:pt x="312" y="25"/>
                      <a:pt x="289" y="28"/>
                      <a:pt x="262" y="21"/>
                    </a:cubicBezTo>
                    <a:cubicBezTo>
                      <a:pt x="241" y="17"/>
                      <a:pt x="221" y="11"/>
                      <a:pt x="200" y="12"/>
                    </a:cubicBezTo>
                    <a:cubicBezTo>
                      <a:pt x="166" y="15"/>
                      <a:pt x="135" y="31"/>
                      <a:pt x="105" y="46"/>
                    </a:cubicBezTo>
                    <a:cubicBezTo>
                      <a:pt x="71" y="64"/>
                      <a:pt x="39" y="79"/>
                      <a:pt x="1" y="83"/>
                    </a:cubicBezTo>
                    <a:cubicBezTo>
                      <a:pt x="0" y="83"/>
                      <a:pt x="0" y="84"/>
                      <a:pt x="1" y="84"/>
                    </a:cubicBezTo>
                    <a:cubicBezTo>
                      <a:pt x="67" y="102"/>
                      <a:pt x="126" y="38"/>
                      <a:pt x="187" y="27"/>
                    </a:cubicBezTo>
                    <a:cubicBezTo>
                      <a:pt x="230" y="19"/>
                      <a:pt x="270" y="45"/>
                      <a:pt x="313" y="37"/>
                    </a:cubicBezTo>
                    <a:cubicBezTo>
                      <a:pt x="335" y="34"/>
                      <a:pt x="356" y="25"/>
                      <a:pt x="377" y="19"/>
                    </a:cubicBezTo>
                    <a:cubicBezTo>
                      <a:pt x="389" y="16"/>
                      <a:pt x="401" y="14"/>
                      <a:pt x="413" y="15"/>
                    </a:cubicBezTo>
                    <a:cubicBezTo>
                      <a:pt x="425" y="15"/>
                      <a:pt x="437" y="19"/>
                      <a:pt x="449" y="21"/>
                    </a:cubicBezTo>
                    <a:cubicBezTo>
                      <a:pt x="452" y="22"/>
                      <a:pt x="453" y="18"/>
                      <a:pt x="452" y="1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10902973" y="4026638"/>
                <a:ext cx="24388" cy="495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3" extrusionOk="0">
                    <a:moveTo>
                      <a:pt x="63" y="3"/>
                    </a:moveTo>
                    <a:cubicBezTo>
                      <a:pt x="60" y="2"/>
                      <a:pt x="58" y="1"/>
                      <a:pt x="55" y="1"/>
                    </a:cubicBezTo>
                    <a:cubicBezTo>
                      <a:pt x="53" y="0"/>
                      <a:pt x="51" y="0"/>
                      <a:pt x="48" y="0"/>
                    </a:cubicBezTo>
                    <a:cubicBezTo>
                      <a:pt x="43" y="0"/>
                      <a:pt x="38" y="0"/>
                      <a:pt x="33" y="1"/>
                    </a:cubicBezTo>
                    <a:cubicBezTo>
                      <a:pt x="23" y="3"/>
                      <a:pt x="13" y="5"/>
                      <a:pt x="3" y="7"/>
                    </a:cubicBezTo>
                    <a:cubicBezTo>
                      <a:pt x="-1" y="8"/>
                      <a:pt x="0" y="14"/>
                      <a:pt x="5" y="13"/>
                    </a:cubicBezTo>
                    <a:cubicBezTo>
                      <a:pt x="14" y="12"/>
                      <a:pt x="24" y="11"/>
                      <a:pt x="33" y="11"/>
                    </a:cubicBezTo>
                    <a:cubicBezTo>
                      <a:pt x="38" y="11"/>
                      <a:pt x="43" y="10"/>
                      <a:pt x="48" y="10"/>
                    </a:cubicBezTo>
                    <a:cubicBezTo>
                      <a:pt x="50" y="10"/>
                      <a:pt x="52" y="9"/>
                      <a:pt x="55" y="9"/>
                    </a:cubicBezTo>
                    <a:cubicBezTo>
                      <a:pt x="57" y="9"/>
                      <a:pt x="60" y="7"/>
                      <a:pt x="62" y="7"/>
                    </a:cubicBezTo>
                    <a:cubicBezTo>
                      <a:pt x="64" y="7"/>
                      <a:pt x="65" y="3"/>
                      <a:pt x="63" y="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8459742"/>
      </p:ext>
    </p:extLst>
  </p:cSld>
  <p:clrMapOvr>
    <a:masterClrMapping/>
  </p:clrMapOvr>
</p:sld>
</file>

<file path=ppt/theme/theme1.xml><?xml version="1.0" encoding="utf-8"?>
<a:theme xmlns:a="http://schemas.openxmlformats.org/drawingml/2006/main" name="Coffee Infographics by Slidego">
  <a:themeElements>
    <a:clrScheme name="Simple Light">
      <a:dk1>
        <a:srgbClr val="000000"/>
      </a:dk1>
      <a:lt1>
        <a:srgbClr val="FFFFFF"/>
      </a:lt1>
      <a:dk2>
        <a:srgbClr val="C62E2E"/>
      </a:dk2>
      <a:lt2>
        <a:srgbClr val="70262D"/>
      </a:lt2>
      <a:accent1>
        <a:srgbClr val="390910"/>
      </a:accent1>
      <a:accent2>
        <a:srgbClr val="238E7B"/>
      </a:accent2>
      <a:accent3>
        <a:srgbClr val="3F6A6C"/>
      </a:accent3>
      <a:accent4>
        <a:srgbClr val="FFD9B3"/>
      </a:accent4>
      <a:accent5>
        <a:srgbClr val="DBA66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332</Words>
  <Application>Microsoft Office PowerPoint</Application>
  <PresentationFormat>On-screen Show (16:9)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Fira Sans Extra Condensed</vt:lpstr>
      <vt:lpstr>Montserrat Medium</vt:lpstr>
      <vt:lpstr>Montserrat SemiBold</vt:lpstr>
      <vt:lpstr>Arial</vt:lpstr>
      <vt:lpstr>Coffee Infographics by Slidego</vt:lpstr>
      <vt:lpstr>Bright Coffee Shop</vt:lpstr>
      <vt:lpstr>TABLE OF CONTENT</vt:lpstr>
      <vt:lpstr>EXECUTIVE SUMMARY</vt:lpstr>
      <vt:lpstr>DATA SYSTEMS</vt:lpstr>
      <vt:lpstr>KEY PERFORMANCE INDICATORS</vt:lpstr>
      <vt:lpstr>SALES PER PRODUCT</vt:lpstr>
      <vt:lpstr>Day Breakdown Sales</vt:lpstr>
      <vt:lpstr>Hourly Breakdown on Sales Per Store</vt:lpstr>
      <vt:lpstr>Last 6 Months Sales Performance in 3 Stores</vt:lpstr>
      <vt:lpstr>IMPLEMENTATIONS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Infographics</dc:title>
  <dc:creator>Sbi</dc:creator>
  <cp:lastModifiedBy>Sbi</cp:lastModifiedBy>
  <cp:revision>18</cp:revision>
  <dcterms:modified xsi:type="dcterms:W3CDTF">2026-03-31T21:50:25Z</dcterms:modified>
</cp:coreProperties>
</file>